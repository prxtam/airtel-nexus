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4"/>
  </p:sldMasterIdLst>
  <p:notesMasterIdLst>
    <p:notesMasterId r:id="rId33"/>
  </p:notesMasterIdLst>
  <p:sldIdLst>
    <p:sldId id="2134803654" r:id="rId5"/>
    <p:sldId id="2134803704" r:id="rId6"/>
    <p:sldId id="2134803707" r:id="rId7"/>
    <p:sldId id="2134803740" r:id="rId8"/>
    <p:sldId id="2134803709" r:id="rId9"/>
    <p:sldId id="2134803710" r:id="rId10"/>
    <p:sldId id="2134803749" r:id="rId11"/>
    <p:sldId id="2134803750" r:id="rId12"/>
    <p:sldId id="2134803713" r:id="rId13"/>
    <p:sldId id="2134803715" r:id="rId14"/>
    <p:sldId id="2134803716" r:id="rId15"/>
    <p:sldId id="2134803717" r:id="rId16"/>
    <p:sldId id="2134803718" r:id="rId17"/>
    <p:sldId id="2134803719" r:id="rId18"/>
    <p:sldId id="2134803720" r:id="rId19"/>
    <p:sldId id="2134803714" r:id="rId20"/>
    <p:sldId id="2134803721" r:id="rId21"/>
    <p:sldId id="2134803744" r:id="rId22"/>
    <p:sldId id="2134803745" r:id="rId23"/>
    <p:sldId id="2134803743" r:id="rId24"/>
    <p:sldId id="2134803732" r:id="rId25"/>
    <p:sldId id="2134803733" r:id="rId26"/>
    <p:sldId id="2134803734" r:id="rId27"/>
    <p:sldId id="2134803736" r:id="rId28"/>
    <p:sldId id="2134803737" r:id="rId29"/>
    <p:sldId id="2134803738" r:id="rId30"/>
    <p:sldId id="2134803739" r:id="rId31"/>
    <p:sldId id="213480374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1CAE7-652E-D4FE-3658-0FB251FA92FF}" name="Shashikiran Jeppu" initials="SJ" userId="96086858b893142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shikiran Jeppu" initials="SJ" lastIdx="1" clrIdx="0">
    <p:extLst>
      <p:ext uri="{19B8F6BF-5375-455C-9EA6-DF929625EA0E}">
        <p15:presenceInfo xmlns:p15="http://schemas.microsoft.com/office/powerpoint/2012/main" userId="96086858b89314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B30"/>
    <a:srgbClr val="DCDCDC"/>
    <a:srgbClr val="2D2D2D"/>
    <a:srgbClr val="374150"/>
    <a:srgbClr val="232A30"/>
    <a:srgbClr val="D5D6D5"/>
    <a:srgbClr val="F9FAF9"/>
    <a:srgbClr val="F1F2F3"/>
    <a:srgbClr val="4F00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AA240-6AF9-4DEE-93E7-D80E757B3106}" v="32" dt="2024-11-07T14:48:54.482"/>
    <p1510:client id="{D9249F42-437E-4F94-9667-67ACDDA53259}" v="109" dt="2024-11-07T14:46:54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>
      <p:cViewPr varScale="1">
        <p:scale>
          <a:sx n="74" d="100"/>
          <a:sy n="74" d="100"/>
        </p:scale>
        <p:origin x="3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CF245-731F-466C-971C-E805CCE631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EE36C-904C-4B77-AE29-AA0B57B8C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0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E36C-904C-4B77-AE29-AA0B57B8CC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21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E36C-904C-4B77-AE29-AA0B57B8CC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07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E36C-904C-4B77-AE29-AA0B57B8CC4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5B00-A7E1-BD81-A5C6-B362C472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3113C-5CBB-AF9D-D92F-BC3628865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4EAC2-A38B-907D-004D-80DE48C62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0FD96-A02D-278B-1F90-1ECEB022A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E36C-904C-4B77-AE29-AA0B57B8CC4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3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691C62C-C40F-103F-B459-1E757E947D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80206" y="0"/>
            <a:ext cx="4813676" cy="6857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C3347B9-8F35-ED90-D8A2-95430BDDBC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1981" y="0"/>
            <a:ext cx="664789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bg1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8811D0-B010-1E24-E264-13B125E83A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02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32">
            <a:extLst>
              <a:ext uri="{FF2B5EF4-FFF2-40B4-BE49-F238E27FC236}">
                <a16:creationId xmlns:a16="http://schemas.microsoft.com/office/drawing/2014/main" id="{004B788C-CE33-E345-8D28-CDD7C2FD2F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80206" y="0"/>
            <a:ext cx="4813676" cy="6857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614C655-6A27-9A2D-4A59-89CBAD192856}"/>
              </a:ext>
            </a:extLst>
          </p:cNvPr>
          <p:cNvGrpSpPr/>
          <p:nvPr userDrawn="1"/>
        </p:nvGrpSpPr>
        <p:grpSpPr>
          <a:xfrm>
            <a:off x="0" y="0"/>
            <a:ext cx="8989871" cy="6858000"/>
            <a:chOff x="0" y="0"/>
            <a:chExt cx="8989871" cy="6858000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74A470A-0385-A487-8699-BEC97A964B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41981" y="0"/>
              <a:ext cx="6647890" cy="68580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DC1B6484-F311-42D6-EF41-A90BF0048A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6647890" cy="685800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bg1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8811D0-B010-1E24-E264-13B125E83A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2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2">
            <a:extLst>
              <a:ext uri="{FF2B5EF4-FFF2-40B4-BE49-F238E27FC236}">
                <a16:creationId xmlns:a16="http://schemas.microsoft.com/office/drawing/2014/main" id="{E649900D-1055-F819-5DB0-98A943FF5B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80206" y="0"/>
            <a:ext cx="4813676" cy="6857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29B1E5-FE76-8C94-6ED6-225422D26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1981" y="0"/>
            <a:ext cx="664789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bg1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841F107-71D5-2FA3-0871-019BBEC967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393" y="419050"/>
            <a:ext cx="1811745" cy="81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3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24DC065-49CA-F31F-F8D5-2BE2695CD5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18557"/>
            <a:ext cx="12192000" cy="3839443"/>
          </a:xfrm>
          <a:custGeom>
            <a:avLst/>
            <a:gdLst>
              <a:gd name="connsiteX0" fmla="*/ 17605546 w 20104100"/>
              <a:gd name="connsiteY0" fmla="*/ 0 h 6331525"/>
              <a:gd name="connsiteX1" fmla="*/ 17809536 w 20104100"/>
              <a:gd name="connsiteY1" fmla="*/ 2019 h 6331525"/>
              <a:gd name="connsiteX2" fmla="*/ 18009486 w 20104100"/>
              <a:gd name="connsiteY2" fmla="*/ 9918 h 6331525"/>
              <a:gd name="connsiteX3" fmla="*/ 18205398 w 20104100"/>
              <a:gd name="connsiteY3" fmla="*/ 23692 h 6331525"/>
              <a:gd name="connsiteX4" fmla="*/ 18585470 w 20104100"/>
              <a:gd name="connsiteY4" fmla="*/ 69424 h 6331525"/>
              <a:gd name="connsiteX5" fmla="*/ 18949932 w 20104100"/>
              <a:gd name="connsiteY5" fmla="*/ 139218 h 6331525"/>
              <a:gd name="connsiteX6" fmla="*/ 19298790 w 20104100"/>
              <a:gd name="connsiteY6" fmla="*/ 233438 h 6331525"/>
              <a:gd name="connsiteX7" fmla="*/ 19632224 w 20104100"/>
              <a:gd name="connsiteY7" fmla="*/ 352270 h 6331525"/>
              <a:gd name="connsiteX8" fmla="*/ 19950602 w 20104100"/>
              <a:gd name="connsiteY8" fmla="*/ 496079 h 6331525"/>
              <a:gd name="connsiteX9" fmla="*/ 20104100 w 20104100"/>
              <a:gd name="connsiteY9" fmla="*/ 577259 h 6331525"/>
              <a:gd name="connsiteX10" fmla="*/ 20104100 w 20104100"/>
              <a:gd name="connsiteY10" fmla="*/ 6331525 h 6331525"/>
              <a:gd name="connsiteX11" fmla="*/ 0 w 20104100"/>
              <a:gd name="connsiteY11" fmla="*/ 6331525 h 6331525"/>
              <a:gd name="connsiteX12" fmla="*/ 0 w 20104100"/>
              <a:gd name="connsiteY12" fmla="*/ 4305843 h 6331525"/>
              <a:gd name="connsiteX13" fmla="*/ 224004 w 20104100"/>
              <a:gd name="connsiteY13" fmla="*/ 4384820 h 6331525"/>
              <a:gd name="connsiteX14" fmla="*/ 449291 w 20104100"/>
              <a:gd name="connsiteY14" fmla="*/ 4454612 h 6331525"/>
              <a:gd name="connsiteX15" fmla="*/ 675499 w 20104100"/>
              <a:gd name="connsiteY15" fmla="*/ 4515589 h 6331525"/>
              <a:gd name="connsiteX16" fmla="*/ 902622 w 20104100"/>
              <a:gd name="connsiteY16" fmla="*/ 4567750 h 6331525"/>
              <a:gd name="connsiteX17" fmla="*/ 1130848 w 20104100"/>
              <a:gd name="connsiteY17" fmla="*/ 4611646 h 6331525"/>
              <a:gd name="connsiteX18" fmla="*/ 1359810 w 20104100"/>
              <a:gd name="connsiteY18" fmla="*/ 4647093 h 6331525"/>
              <a:gd name="connsiteX19" fmla="*/ 1589872 w 20104100"/>
              <a:gd name="connsiteY19" fmla="*/ 4674643 h 6331525"/>
              <a:gd name="connsiteX20" fmla="*/ 1820669 w 20104100"/>
              <a:gd name="connsiteY20" fmla="*/ 4694479 h 6331525"/>
              <a:gd name="connsiteX21" fmla="*/ 2052382 w 20104100"/>
              <a:gd name="connsiteY21" fmla="*/ 4706784 h 6331525"/>
              <a:gd name="connsiteX22" fmla="*/ 2284833 w 20104100"/>
              <a:gd name="connsiteY22" fmla="*/ 4711559 h 6331525"/>
              <a:gd name="connsiteX23" fmla="*/ 2518200 w 20104100"/>
              <a:gd name="connsiteY23" fmla="*/ 4709355 h 6331525"/>
              <a:gd name="connsiteX24" fmla="*/ 2752118 w 20104100"/>
              <a:gd name="connsiteY24" fmla="*/ 4700172 h 6331525"/>
              <a:gd name="connsiteX25" fmla="*/ 2986770 w 20104100"/>
              <a:gd name="connsiteY25" fmla="*/ 4684560 h 6331525"/>
              <a:gd name="connsiteX26" fmla="*/ 3222157 w 20104100"/>
              <a:gd name="connsiteY26" fmla="*/ 4662337 h 6331525"/>
              <a:gd name="connsiteX27" fmla="*/ 3458095 w 20104100"/>
              <a:gd name="connsiteY27" fmla="*/ 4633870 h 6331525"/>
              <a:gd name="connsiteX28" fmla="*/ 3694583 w 20104100"/>
              <a:gd name="connsiteY28" fmla="*/ 4599340 h 6331525"/>
              <a:gd name="connsiteX29" fmla="*/ 3931806 w 20104100"/>
              <a:gd name="connsiteY29" fmla="*/ 4559117 h 6331525"/>
              <a:gd name="connsiteX30" fmla="*/ 4169397 w 20104100"/>
              <a:gd name="connsiteY30" fmla="*/ 4513384 h 6331525"/>
              <a:gd name="connsiteX31" fmla="*/ 4407537 w 20104100"/>
              <a:gd name="connsiteY31" fmla="*/ 4462326 h 6331525"/>
              <a:gd name="connsiteX32" fmla="*/ 4646046 w 20104100"/>
              <a:gd name="connsiteY32" fmla="*/ 4406124 h 6331525"/>
              <a:gd name="connsiteX33" fmla="*/ 4884923 w 20104100"/>
              <a:gd name="connsiteY33" fmla="*/ 4345147 h 6331525"/>
              <a:gd name="connsiteX34" fmla="*/ 5124348 w 20104100"/>
              <a:gd name="connsiteY34" fmla="*/ 4279395 h 6331525"/>
              <a:gd name="connsiteX35" fmla="*/ 5364142 w 20104100"/>
              <a:gd name="connsiteY35" fmla="*/ 4209234 h 6331525"/>
              <a:gd name="connsiteX36" fmla="*/ 5604119 w 20104100"/>
              <a:gd name="connsiteY36" fmla="*/ 4134852 h 6331525"/>
              <a:gd name="connsiteX37" fmla="*/ 5844463 w 20104100"/>
              <a:gd name="connsiteY37" fmla="*/ 4056426 h 6331525"/>
              <a:gd name="connsiteX38" fmla="*/ 6084991 w 20104100"/>
              <a:gd name="connsiteY38" fmla="*/ 3974328 h 6331525"/>
              <a:gd name="connsiteX39" fmla="*/ 6325702 w 20104100"/>
              <a:gd name="connsiteY39" fmla="*/ 3888557 h 6331525"/>
              <a:gd name="connsiteX40" fmla="*/ 6566598 w 20104100"/>
              <a:gd name="connsiteY40" fmla="*/ 3799479 h 6331525"/>
              <a:gd name="connsiteX41" fmla="*/ 6807677 w 20104100"/>
              <a:gd name="connsiteY41" fmla="*/ 3707462 h 6331525"/>
              <a:gd name="connsiteX42" fmla="*/ 7048756 w 20104100"/>
              <a:gd name="connsiteY42" fmla="*/ 3612508 h 6331525"/>
              <a:gd name="connsiteX43" fmla="*/ 7290018 w 20104100"/>
              <a:gd name="connsiteY43" fmla="*/ 3514797 h 6331525"/>
              <a:gd name="connsiteX44" fmla="*/ 7531280 w 20104100"/>
              <a:gd name="connsiteY44" fmla="*/ 3414701 h 6331525"/>
              <a:gd name="connsiteX45" fmla="*/ 7772544 w 20104100"/>
              <a:gd name="connsiteY45" fmla="*/ 3312399 h 6331525"/>
              <a:gd name="connsiteX46" fmla="*/ 8013806 w 20104100"/>
              <a:gd name="connsiteY46" fmla="*/ 3208261 h 6331525"/>
              <a:gd name="connsiteX47" fmla="*/ 8255068 w 20104100"/>
              <a:gd name="connsiteY47" fmla="*/ 3102103 h 6331525"/>
              <a:gd name="connsiteX48" fmla="*/ 8496146 w 20104100"/>
              <a:gd name="connsiteY48" fmla="*/ 2994658 h 6331525"/>
              <a:gd name="connsiteX49" fmla="*/ 8737043 w 20104100"/>
              <a:gd name="connsiteY49" fmla="*/ 2885746 h 6331525"/>
              <a:gd name="connsiteX50" fmla="*/ 8977753 w 20104100"/>
              <a:gd name="connsiteY50" fmla="*/ 2775730 h 6331525"/>
              <a:gd name="connsiteX51" fmla="*/ 9218464 w 20104100"/>
              <a:gd name="connsiteY51" fmla="*/ 2664979 h 6331525"/>
              <a:gd name="connsiteX52" fmla="*/ 9458808 w 20104100"/>
              <a:gd name="connsiteY52" fmla="*/ 2553495 h 6331525"/>
              <a:gd name="connsiteX53" fmla="*/ 9698787 w 20104100"/>
              <a:gd name="connsiteY53" fmla="*/ 2441459 h 6331525"/>
              <a:gd name="connsiteX54" fmla="*/ 9938579 w 20104100"/>
              <a:gd name="connsiteY54" fmla="*/ 2329424 h 6331525"/>
              <a:gd name="connsiteX55" fmla="*/ 10178006 w 20104100"/>
              <a:gd name="connsiteY55" fmla="*/ 2217205 h 6331525"/>
              <a:gd name="connsiteX56" fmla="*/ 10503176 w 20104100"/>
              <a:gd name="connsiteY56" fmla="*/ 2066417 h 6331525"/>
              <a:gd name="connsiteX57" fmla="*/ 10823575 w 20104100"/>
              <a:gd name="connsiteY57" fmla="*/ 1920585 h 6331525"/>
              <a:gd name="connsiteX58" fmla="*/ 11139567 w 20104100"/>
              <a:gd name="connsiteY58" fmla="*/ 1779898 h 6331525"/>
              <a:gd name="connsiteX59" fmla="*/ 11450785 w 20104100"/>
              <a:gd name="connsiteY59" fmla="*/ 1644171 h 6331525"/>
              <a:gd name="connsiteX60" fmla="*/ 11757594 w 20104100"/>
              <a:gd name="connsiteY60" fmla="*/ 1513767 h 6331525"/>
              <a:gd name="connsiteX61" fmla="*/ 12059815 w 20104100"/>
              <a:gd name="connsiteY61" fmla="*/ 1388323 h 6331525"/>
              <a:gd name="connsiteX62" fmla="*/ 12357630 w 20104100"/>
              <a:gd name="connsiteY62" fmla="*/ 1268208 h 6331525"/>
              <a:gd name="connsiteX63" fmla="*/ 12650854 w 20104100"/>
              <a:gd name="connsiteY63" fmla="*/ 1153232 h 6331525"/>
              <a:gd name="connsiteX64" fmla="*/ 12939670 w 20104100"/>
              <a:gd name="connsiteY64" fmla="*/ 1043585 h 6331525"/>
              <a:gd name="connsiteX65" fmla="*/ 13223897 w 20104100"/>
              <a:gd name="connsiteY65" fmla="*/ 939264 h 6331525"/>
              <a:gd name="connsiteX66" fmla="*/ 13503719 w 20104100"/>
              <a:gd name="connsiteY66" fmla="*/ 840268 h 6331525"/>
              <a:gd name="connsiteX67" fmla="*/ 13779314 w 20104100"/>
              <a:gd name="connsiteY67" fmla="*/ 746415 h 6331525"/>
              <a:gd name="connsiteX68" fmla="*/ 14050322 w 20104100"/>
              <a:gd name="connsiteY68" fmla="*/ 658072 h 6331525"/>
              <a:gd name="connsiteX69" fmla="*/ 14317107 w 20104100"/>
              <a:gd name="connsiteY69" fmla="*/ 575239 h 6331525"/>
              <a:gd name="connsiteX70" fmla="*/ 14579483 w 20104100"/>
              <a:gd name="connsiteY70" fmla="*/ 497733 h 6331525"/>
              <a:gd name="connsiteX71" fmla="*/ 14837455 w 20104100"/>
              <a:gd name="connsiteY71" fmla="*/ 425736 h 6331525"/>
              <a:gd name="connsiteX72" fmla="*/ 15091202 w 20104100"/>
              <a:gd name="connsiteY72" fmla="*/ 359249 h 6331525"/>
              <a:gd name="connsiteX73" fmla="*/ 15340727 w 20104100"/>
              <a:gd name="connsiteY73" fmla="*/ 298272 h 6331525"/>
              <a:gd name="connsiteX74" fmla="*/ 15586030 w 20104100"/>
              <a:gd name="connsiteY74" fmla="*/ 242805 h 6331525"/>
              <a:gd name="connsiteX75" fmla="*/ 15827109 w 20104100"/>
              <a:gd name="connsiteY75" fmla="*/ 193031 h 6331525"/>
              <a:gd name="connsiteX76" fmla="*/ 16063781 w 20104100"/>
              <a:gd name="connsiteY76" fmla="*/ 148953 h 6331525"/>
              <a:gd name="connsiteX77" fmla="*/ 16296414 w 20104100"/>
              <a:gd name="connsiteY77" fmla="*/ 110383 h 6331525"/>
              <a:gd name="connsiteX78" fmla="*/ 16525007 w 20104100"/>
              <a:gd name="connsiteY78" fmla="*/ 77506 h 6331525"/>
              <a:gd name="connsiteX79" fmla="*/ 16749192 w 20104100"/>
              <a:gd name="connsiteY79" fmla="*/ 50507 h 6331525"/>
              <a:gd name="connsiteX80" fmla="*/ 16969524 w 20104100"/>
              <a:gd name="connsiteY80" fmla="*/ 29203 h 6331525"/>
              <a:gd name="connsiteX81" fmla="*/ 17185632 w 20104100"/>
              <a:gd name="connsiteY81" fmla="*/ 13591 h 6331525"/>
              <a:gd name="connsiteX82" fmla="*/ 17397700 w 20104100"/>
              <a:gd name="connsiteY82" fmla="*/ 3858 h 633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0104100" h="6331525">
                <a:moveTo>
                  <a:pt x="17605546" y="0"/>
                </a:moveTo>
                <a:lnTo>
                  <a:pt x="17809536" y="2019"/>
                </a:lnTo>
                <a:lnTo>
                  <a:pt x="18009486" y="9918"/>
                </a:lnTo>
                <a:lnTo>
                  <a:pt x="18205398" y="23692"/>
                </a:lnTo>
                <a:lnTo>
                  <a:pt x="18585470" y="69424"/>
                </a:lnTo>
                <a:lnTo>
                  <a:pt x="18949932" y="139218"/>
                </a:lnTo>
                <a:lnTo>
                  <a:pt x="19298790" y="233438"/>
                </a:lnTo>
                <a:lnTo>
                  <a:pt x="19632224" y="352270"/>
                </a:lnTo>
                <a:lnTo>
                  <a:pt x="19950602" y="496079"/>
                </a:lnTo>
                <a:lnTo>
                  <a:pt x="20104100" y="577259"/>
                </a:lnTo>
                <a:lnTo>
                  <a:pt x="20104100" y="6331525"/>
                </a:lnTo>
                <a:lnTo>
                  <a:pt x="0" y="6331525"/>
                </a:lnTo>
                <a:lnTo>
                  <a:pt x="0" y="4305843"/>
                </a:lnTo>
                <a:lnTo>
                  <a:pt x="224004" y="4384820"/>
                </a:lnTo>
                <a:lnTo>
                  <a:pt x="449291" y="4454612"/>
                </a:lnTo>
                <a:lnTo>
                  <a:pt x="675499" y="4515589"/>
                </a:lnTo>
                <a:lnTo>
                  <a:pt x="902622" y="4567750"/>
                </a:lnTo>
                <a:lnTo>
                  <a:pt x="1130848" y="4611646"/>
                </a:lnTo>
                <a:lnTo>
                  <a:pt x="1359810" y="4647093"/>
                </a:lnTo>
                <a:lnTo>
                  <a:pt x="1589872" y="4674643"/>
                </a:lnTo>
                <a:lnTo>
                  <a:pt x="1820669" y="4694479"/>
                </a:lnTo>
                <a:lnTo>
                  <a:pt x="2052382" y="4706784"/>
                </a:lnTo>
                <a:lnTo>
                  <a:pt x="2284833" y="4711559"/>
                </a:lnTo>
                <a:lnTo>
                  <a:pt x="2518200" y="4709355"/>
                </a:lnTo>
                <a:lnTo>
                  <a:pt x="2752118" y="4700172"/>
                </a:lnTo>
                <a:lnTo>
                  <a:pt x="2986770" y="4684560"/>
                </a:lnTo>
                <a:lnTo>
                  <a:pt x="3222157" y="4662337"/>
                </a:lnTo>
                <a:lnTo>
                  <a:pt x="3458095" y="4633870"/>
                </a:lnTo>
                <a:lnTo>
                  <a:pt x="3694583" y="4599340"/>
                </a:lnTo>
                <a:lnTo>
                  <a:pt x="3931806" y="4559117"/>
                </a:lnTo>
                <a:lnTo>
                  <a:pt x="4169397" y="4513384"/>
                </a:lnTo>
                <a:lnTo>
                  <a:pt x="4407537" y="4462326"/>
                </a:lnTo>
                <a:lnTo>
                  <a:pt x="4646046" y="4406124"/>
                </a:lnTo>
                <a:lnTo>
                  <a:pt x="4884923" y="4345147"/>
                </a:lnTo>
                <a:lnTo>
                  <a:pt x="5124348" y="4279395"/>
                </a:lnTo>
                <a:lnTo>
                  <a:pt x="5364142" y="4209234"/>
                </a:lnTo>
                <a:lnTo>
                  <a:pt x="5604119" y="4134852"/>
                </a:lnTo>
                <a:lnTo>
                  <a:pt x="5844463" y="4056426"/>
                </a:lnTo>
                <a:lnTo>
                  <a:pt x="6084991" y="3974328"/>
                </a:lnTo>
                <a:lnTo>
                  <a:pt x="6325702" y="3888557"/>
                </a:lnTo>
                <a:lnTo>
                  <a:pt x="6566598" y="3799479"/>
                </a:lnTo>
                <a:lnTo>
                  <a:pt x="6807677" y="3707462"/>
                </a:lnTo>
                <a:lnTo>
                  <a:pt x="7048756" y="3612508"/>
                </a:lnTo>
                <a:lnTo>
                  <a:pt x="7290018" y="3514797"/>
                </a:lnTo>
                <a:lnTo>
                  <a:pt x="7531280" y="3414701"/>
                </a:lnTo>
                <a:lnTo>
                  <a:pt x="7772544" y="3312399"/>
                </a:lnTo>
                <a:lnTo>
                  <a:pt x="8013806" y="3208261"/>
                </a:lnTo>
                <a:lnTo>
                  <a:pt x="8255068" y="3102103"/>
                </a:lnTo>
                <a:lnTo>
                  <a:pt x="8496146" y="2994658"/>
                </a:lnTo>
                <a:lnTo>
                  <a:pt x="8737043" y="2885746"/>
                </a:lnTo>
                <a:lnTo>
                  <a:pt x="8977753" y="2775730"/>
                </a:lnTo>
                <a:lnTo>
                  <a:pt x="9218464" y="2664979"/>
                </a:lnTo>
                <a:lnTo>
                  <a:pt x="9458808" y="2553495"/>
                </a:lnTo>
                <a:lnTo>
                  <a:pt x="9698787" y="2441459"/>
                </a:lnTo>
                <a:lnTo>
                  <a:pt x="9938579" y="2329424"/>
                </a:lnTo>
                <a:lnTo>
                  <a:pt x="10178006" y="2217205"/>
                </a:lnTo>
                <a:lnTo>
                  <a:pt x="10503176" y="2066417"/>
                </a:lnTo>
                <a:lnTo>
                  <a:pt x="10823575" y="1920585"/>
                </a:lnTo>
                <a:lnTo>
                  <a:pt x="11139567" y="1779898"/>
                </a:lnTo>
                <a:lnTo>
                  <a:pt x="11450785" y="1644171"/>
                </a:lnTo>
                <a:lnTo>
                  <a:pt x="11757594" y="1513767"/>
                </a:lnTo>
                <a:lnTo>
                  <a:pt x="12059815" y="1388323"/>
                </a:lnTo>
                <a:lnTo>
                  <a:pt x="12357630" y="1268208"/>
                </a:lnTo>
                <a:lnTo>
                  <a:pt x="12650854" y="1153232"/>
                </a:lnTo>
                <a:lnTo>
                  <a:pt x="12939670" y="1043585"/>
                </a:lnTo>
                <a:lnTo>
                  <a:pt x="13223897" y="939264"/>
                </a:lnTo>
                <a:lnTo>
                  <a:pt x="13503719" y="840268"/>
                </a:lnTo>
                <a:lnTo>
                  <a:pt x="13779314" y="746415"/>
                </a:lnTo>
                <a:lnTo>
                  <a:pt x="14050322" y="658072"/>
                </a:lnTo>
                <a:lnTo>
                  <a:pt x="14317107" y="575239"/>
                </a:lnTo>
                <a:lnTo>
                  <a:pt x="14579483" y="497733"/>
                </a:lnTo>
                <a:lnTo>
                  <a:pt x="14837455" y="425736"/>
                </a:lnTo>
                <a:lnTo>
                  <a:pt x="15091202" y="359249"/>
                </a:lnTo>
                <a:lnTo>
                  <a:pt x="15340727" y="298272"/>
                </a:lnTo>
                <a:lnTo>
                  <a:pt x="15586030" y="242805"/>
                </a:lnTo>
                <a:lnTo>
                  <a:pt x="15827109" y="193031"/>
                </a:lnTo>
                <a:lnTo>
                  <a:pt x="16063781" y="148953"/>
                </a:lnTo>
                <a:lnTo>
                  <a:pt x="16296414" y="110383"/>
                </a:lnTo>
                <a:lnTo>
                  <a:pt x="16525007" y="77506"/>
                </a:lnTo>
                <a:lnTo>
                  <a:pt x="16749192" y="50507"/>
                </a:lnTo>
                <a:lnTo>
                  <a:pt x="16969524" y="29203"/>
                </a:lnTo>
                <a:lnTo>
                  <a:pt x="17185632" y="13591"/>
                </a:lnTo>
                <a:lnTo>
                  <a:pt x="17397700" y="3858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bg1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B09EF6-3BA4-6C5D-2465-57323896C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3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2">
            <a:extLst>
              <a:ext uri="{FF2B5EF4-FFF2-40B4-BE49-F238E27FC236}">
                <a16:creationId xmlns:a16="http://schemas.microsoft.com/office/drawing/2014/main" id="{D9CC7A34-68F6-21C5-994C-B0E13348F0B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80206" y="0"/>
            <a:ext cx="4813676" cy="6857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5F92DA-144A-FE53-B674-310B022F52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1981" y="0"/>
            <a:ext cx="664789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tx2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/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CBE5BF5-1668-C228-CA07-BC8C4D1639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1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24DC065-49CA-F31F-F8D5-2BE2695CD5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18557"/>
            <a:ext cx="12192000" cy="3839443"/>
          </a:xfrm>
          <a:custGeom>
            <a:avLst/>
            <a:gdLst>
              <a:gd name="connsiteX0" fmla="*/ 17605546 w 20104100"/>
              <a:gd name="connsiteY0" fmla="*/ 0 h 6331525"/>
              <a:gd name="connsiteX1" fmla="*/ 17809536 w 20104100"/>
              <a:gd name="connsiteY1" fmla="*/ 2019 h 6331525"/>
              <a:gd name="connsiteX2" fmla="*/ 18009486 w 20104100"/>
              <a:gd name="connsiteY2" fmla="*/ 9918 h 6331525"/>
              <a:gd name="connsiteX3" fmla="*/ 18205398 w 20104100"/>
              <a:gd name="connsiteY3" fmla="*/ 23692 h 6331525"/>
              <a:gd name="connsiteX4" fmla="*/ 18585470 w 20104100"/>
              <a:gd name="connsiteY4" fmla="*/ 69424 h 6331525"/>
              <a:gd name="connsiteX5" fmla="*/ 18949932 w 20104100"/>
              <a:gd name="connsiteY5" fmla="*/ 139218 h 6331525"/>
              <a:gd name="connsiteX6" fmla="*/ 19298790 w 20104100"/>
              <a:gd name="connsiteY6" fmla="*/ 233438 h 6331525"/>
              <a:gd name="connsiteX7" fmla="*/ 19632224 w 20104100"/>
              <a:gd name="connsiteY7" fmla="*/ 352270 h 6331525"/>
              <a:gd name="connsiteX8" fmla="*/ 19950602 w 20104100"/>
              <a:gd name="connsiteY8" fmla="*/ 496079 h 6331525"/>
              <a:gd name="connsiteX9" fmla="*/ 20104100 w 20104100"/>
              <a:gd name="connsiteY9" fmla="*/ 577259 h 6331525"/>
              <a:gd name="connsiteX10" fmla="*/ 20104100 w 20104100"/>
              <a:gd name="connsiteY10" fmla="*/ 6331525 h 6331525"/>
              <a:gd name="connsiteX11" fmla="*/ 0 w 20104100"/>
              <a:gd name="connsiteY11" fmla="*/ 6331525 h 6331525"/>
              <a:gd name="connsiteX12" fmla="*/ 0 w 20104100"/>
              <a:gd name="connsiteY12" fmla="*/ 4305843 h 6331525"/>
              <a:gd name="connsiteX13" fmla="*/ 224004 w 20104100"/>
              <a:gd name="connsiteY13" fmla="*/ 4384820 h 6331525"/>
              <a:gd name="connsiteX14" fmla="*/ 449291 w 20104100"/>
              <a:gd name="connsiteY14" fmla="*/ 4454612 h 6331525"/>
              <a:gd name="connsiteX15" fmla="*/ 675499 w 20104100"/>
              <a:gd name="connsiteY15" fmla="*/ 4515589 h 6331525"/>
              <a:gd name="connsiteX16" fmla="*/ 902622 w 20104100"/>
              <a:gd name="connsiteY16" fmla="*/ 4567750 h 6331525"/>
              <a:gd name="connsiteX17" fmla="*/ 1130848 w 20104100"/>
              <a:gd name="connsiteY17" fmla="*/ 4611646 h 6331525"/>
              <a:gd name="connsiteX18" fmla="*/ 1359810 w 20104100"/>
              <a:gd name="connsiteY18" fmla="*/ 4647093 h 6331525"/>
              <a:gd name="connsiteX19" fmla="*/ 1589872 w 20104100"/>
              <a:gd name="connsiteY19" fmla="*/ 4674643 h 6331525"/>
              <a:gd name="connsiteX20" fmla="*/ 1820669 w 20104100"/>
              <a:gd name="connsiteY20" fmla="*/ 4694479 h 6331525"/>
              <a:gd name="connsiteX21" fmla="*/ 2052382 w 20104100"/>
              <a:gd name="connsiteY21" fmla="*/ 4706784 h 6331525"/>
              <a:gd name="connsiteX22" fmla="*/ 2284833 w 20104100"/>
              <a:gd name="connsiteY22" fmla="*/ 4711559 h 6331525"/>
              <a:gd name="connsiteX23" fmla="*/ 2518200 w 20104100"/>
              <a:gd name="connsiteY23" fmla="*/ 4709355 h 6331525"/>
              <a:gd name="connsiteX24" fmla="*/ 2752118 w 20104100"/>
              <a:gd name="connsiteY24" fmla="*/ 4700172 h 6331525"/>
              <a:gd name="connsiteX25" fmla="*/ 2986770 w 20104100"/>
              <a:gd name="connsiteY25" fmla="*/ 4684560 h 6331525"/>
              <a:gd name="connsiteX26" fmla="*/ 3222157 w 20104100"/>
              <a:gd name="connsiteY26" fmla="*/ 4662337 h 6331525"/>
              <a:gd name="connsiteX27" fmla="*/ 3458095 w 20104100"/>
              <a:gd name="connsiteY27" fmla="*/ 4633870 h 6331525"/>
              <a:gd name="connsiteX28" fmla="*/ 3694583 w 20104100"/>
              <a:gd name="connsiteY28" fmla="*/ 4599340 h 6331525"/>
              <a:gd name="connsiteX29" fmla="*/ 3931806 w 20104100"/>
              <a:gd name="connsiteY29" fmla="*/ 4559117 h 6331525"/>
              <a:gd name="connsiteX30" fmla="*/ 4169397 w 20104100"/>
              <a:gd name="connsiteY30" fmla="*/ 4513384 h 6331525"/>
              <a:gd name="connsiteX31" fmla="*/ 4407537 w 20104100"/>
              <a:gd name="connsiteY31" fmla="*/ 4462326 h 6331525"/>
              <a:gd name="connsiteX32" fmla="*/ 4646046 w 20104100"/>
              <a:gd name="connsiteY32" fmla="*/ 4406124 h 6331525"/>
              <a:gd name="connsiteX33" fmla="*/ 4884923 w 20104100"/>
              <a:gd name="connsiteY33" fmla="*/ 4345147 h 6331525"/>
              <a:gd name="connsiteX34" fmla="*/ 5124348 w 20104100"/>
              <a:gd name="connsiteY34" fmla="*/ 4279395 h 6331525"/>
              <a:gd name="connsiteX35" fmla="*/ 5364142 w 20104100"/>
              <a:gd name="connsiteY35" fmla="*/ 4209234 h 6331525"/>
              <a:gd name="connsiteX36" fmla="*/ 5604119 w 20104100"/>
              <a:gd name="connsiteY36" fmla="*/ 4134852 h 6331525"/>
              <a:gd name="connsiteX37" fmla="*/ 5844463 w 20104100"/>
              <a:gd name="connsiteY37" fmla="*/ 4056426 h 6331525"/>
              <a:gd name="connsiteX38" fmla="*/ 6084991 w 20104100"/>
              <a:gd name="connsiteY38" fmla="*/ 3974328 h 6331525"/>
              <a:gd name="connsiteX39" fmla="*/ 6325702 w 20104100"/>
              <a:gd name="connsiteY39" fmla="*/ 3888557 h 6331525"/>
              <a:gd name="connsiteX40" fmla="*/ 6566598 w 20104100"/>
              <a:gd name="connsiteY40" fmla="*/ 3799479 h 6331525"/>
              <a:gd name="connsiteX41" fmla="*/ 6807677 w 20104100"/>
              <a:gd name="connsiteY41" fmla="*/ 3707462 h 6331525"/>
              <a:gd name="connsiteX42" fmla="*/ 7048756 w 20104100"/>
              <a:gd name="connsiteY42" fmla="*/ 3612508 h 6331525"/>
              <a:gd name="connsiteX43" fmla="*/ 7290018 w 20104100"/>
              <a:gd name="connsiteY43" fmla="*/ 3514797 h 6331525"/>
              <a:gd name="connsiteX44" fmla="*/ 7531280 w 20104100"/>
              <a:gd name="connsiteY44" fmla="*/ 3414701 h 6331525"/>
              <a:gd name="connsiteX45" fmla="*/ 7772544 w 20104100"/>
              <a:gd name="connsiteY45" fmla="*/ 3312399 h 6331525"/>
              <a:gd name="connsiteX46" fmla="*/ 8013806 w 20104100"/>
              <a:gd name="connsiteY46" fmla="*/ 3208261 h 6331525"/>
              <a:gd name="connsiteX47" fmla="*/ 8255068 w 20104100"/>
              <a:gd name="connsiteY47" fmla="*/ 3102103 h 6331525"/>
              <a:gd name="connsiteX48" fmla="*/ 8496146 w 20104100"/>
              <a:gd name="connsiteY48" fmla="*/ 2994658 h 6331525"/>
              <a:gd name="connsiteX49" fmla="*/ 8737043 w 20104100"/>
              <a:gd name="connsiteY49" fmla="*/ 2885746 h 6331525"/>
              <a:gd name="connsiteX50" fmla="*/ 8977753 w 20104100"/>
              <a:gd name="connsiteY50" fmla="*/ 2775730 h 6331525"/>
              <a:gd name="connsiteX51" fmla="*/ 9218464 w 20104100"/>
              <a:gd name="connsiteY51" fmla="*/ 2664979 h 6331525"/>
              <a:gd name="connsiteX52" fmla="*/ 9458808 w 20104100"/>
              <a:gd name="connsiteY52" fmla="*/ 2553495 h 6331525"/>
              <a:gd name="connsiteX53" fmla="*/ 9698787 w 20104100"/>
              <a:gd name="connsiteY53" fmla="*/ 2441459 h 6331525"/>
              <a:gd name="connsiteX54" fmla="*/ 9938579 w 20104100"/>
              <a:gd name="connsiteY54" fmla="*/ 2329424 h 6331525"/>
              <a:gd name="connsiteX55" fmla="*/ 10178006 w 20104100"/>
              <a:gd name="connsiteY55" fmla="*/ 2217205 h 6331525"/>
              <a:gd name="connsiteX56" fmla="*/ 10503176 w 20104100"/>
              <a:gd name="connsiteY56" fmla="*/ 2066417 h 6331525"/>
              <a:gd name="connsiteX57" fmla="*/ 10823575 w 20104100"/>
              <a:gd name="connsiteY57" fmla="*/ 1920585 h 6331525"/>
              <a:gd name="connsiteX58" fmla="*/ 11139567 w 20104100"/>
              <a:gd name="connsiteY58" fmla="*/ 1779898 h 6331525"/>
              <a:gd name="connsiteX59" fmla="*/ 11450785 w 20104100"/>
              <a:gd name="connsiteY59" fmla="*/ 1644171 h 6331525"/>
              <a:gd name="connsiteX60" fmla="*/ 11757594 w 20104100"/>
              <a:gd name="connsiteY60" fmla="*/ 1513767 h 6331525"/>
              <a:gd name="connsiteX61" fmla="*/ 12059815 w 20104100"/>
              <a:gd name="connsiteY61" fmla="*/ 1388323 h 6331525"/>
              <a:gd name="connsiteX62" fmla="*/ 12357630 w 20104100"/>
              <a:gd name="connsiteY62" fmla="*/ 1268208 h 6331525"/>
              <a:gd name="connsiteX63" fmla="*/ 12650854 w 20104100"/>
              <a:gd name="connsiteY63" fmla="*/ 1153232 h 6331525"/>
              <a:gd name="connsiteX64" fmla="*/ 12939670 w 20104100"/>
              <a:gd name="connsiteY64" fmla="*/ 1043585 h 6331525"/>
              <a:gd name="connsiteX65" fmla="*/ 13223897 w 20104100"/>
              <a:gd name="connsiteY65" fmla="*/ 939264 h 6331525"/>
              <a:gd name="connsiteX66" fmla="*/ 13503719 w 20104100"/>
              <a:gd name="connsiteY66" fmla="*/ 840268 h 6331525"/>
              <a:gd name="connsiteX67" fmla="*/ 13779314 w 20104100"/>
              <a:gd name="connsiteY67" fmla="*/ 746415 h 6331525"/>
              <a:gd name="connsiteX68" fmla="*/ 14050322 w 20104100"/>
              <a:gd name="connsiteY68" fmla="*/ 658072 h 6331525"/>
              <a:gd name="connsiteX69" fmla="*/ 14317107 w 20104100"/>
              <a:gd name="connsiteY69" fmla="*/ 575239 h 6331525"/>
              <a:gd name="connsiteX70" fmla="*/ 14579483 w 20104100"/>
              <a:gd name="connsiteY70" fmla="*/ 497733 h 6331525"/>
              <a:gd name="connsiteX71" fmla="*/ 14837455 w 20104100"/>
              <a:gd name="connsiteY71" fmla="*/ 425736 h 6331525"/>
              <a:gd name="connsiteX72" fmla="*/ 15091202 w 20104100"/>
              <a:gd name="connsiteY72" fmla="*/ 359249 h 6331525"/>
              <a:gd name="connsiteX73" fmla="*/ 15340727 w 20104100"/>
              <a:gd name="connsiteY73" fmla="*/ 298272 h 6331525"/>
              <a:gd name="connsiteX74" fmla="*/ 15586030 w 20104100"/>
              <a:gd name="connsiteY74" fmla="*/ 242805 h 6331525"/>
              <a:gd name="connsiteX75" fmla="*/ 15827109 w 20104100"/>
              <a:gd name="connsiteY75" fmla="*/ 193031 h 6331525"/>
              <a:gd name="connsiteX76" fmla="*/ 16063781 w 20104100"/>
              <a:gd name="connsiteY76" fmla="*/ 148953 h 6331525"/>
              <a:gd name="connsiteX77" fmla="*/ 16296414 w 20104100"/>
              <a:gd name="connsiteY77" fmla="*/ 110383 h 6331525"/>
              <a:gd name="connsiteX78" fmla="*/ 16525007 w 20104100"/>
              <a:gd name="connsiteY78" fmla="*/ 77506 h 6331525"/>
              <a:gd name="connsiteX79" fmla="*/ 16749192 w 20104100"/>
              <a:gd name="connsiteY79" fmla="*/ 50507 h 6331525"/>
              <a:gd name="connsiteX80" fmla="*/ 16969524 w 20104100"/>
              <a:gd name="connsiteY80" fmla="*/ 29203 h 6331525"/>
              <a:gd name="connsiteX81" fmla="*/ 17185632 w 20104100"/>
              <a:gd name="connsiteY81" fmla="*/ 13591 h 6331525"/>
              <a:gd name="connsiteX82" fmla="*/ 17397700 w 20104100"/>
              <a:gd name="connsiteY82" fmla="*/ 3858 h 633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0104100" h="6331525">
                <a:moveTo>
                  <a:pt x="17605546" y="0"/>
                </a:moveTo>
                <a:lnTo>
                  <a:pt x="17809536" y="2019"/>
                </a:lnTo>
                <a:lnTo>
                  <a:pt x="18009486" y="9918"/>
                </a:lnTo>
                <a:lnTo>
                  <a:pt x="18205398" y="23692"/>
                </a:lnTo>
                <a:lnTo>
                  <a:pt x="18585470" y="69424"/>
                </a:lnTo>
                <a:lnTo>
                  <a:pt x="18949932" y="139218"/>
                </a:lnTo>
                <a:lnTo>
                  <a:pt x="19298790" y="233438"/>
                </a:lnTo>
                <a:lnTo>
                  <a:pt x="19632224" y="352270"/>
                </a:lnTo>
                <a:lnTo>
                  <a:pt x="19950602" y="496079"/>
                </a:lnTo>
                <a:lnTo>
                  <a:pt x="20104100" y="577259"/>
                </a:lnTo>
                <a:lnTo>
                  <a:pt x="20104100" y="6331525"/>
                </a:lnTo>
                <a:lnTo>
                  <a:pt x="0" y="6331525"/>
                </a:lnTo>
                <a:lnTo>
                  <a:pt x="0" y="4305843"/>
                </a:lnTo>
                <a:lnTo>
                  <a:pt x="224004" y="4384820"/>
                </a:lnTo>
                <a:lnTo>
                  <a:pt x="449291" y="4454612"/>
                </a:lnTo>
                <a:lnTo>
                  <a:pt x="675499" y="4515589"/>
                </a:lnTo>
                <a:lnTo>
                  <a:pt x="902622" y="4567750"/>
                </a:lnTo>
                <a:lnTo>
                  <a:pt x="1130848" y="4611646"/>
                </a:lnTo>
                <a:lnTo>
                  <a:pt x="1359810" y="4647093"/>
                </a:lnTo>
                <a:lnTo>
                  <a:pt x="1589872" y="4674643"/>
                </a:lnTo>
                <a:lnTo>
                  <a:pt x="1820669" y="4694479"/>
                </a:lnTo>
                <a:lnTo>
                  <a:pt x="2052382" y="4706784"/>
                </a:lnTo>
                <a:lnTo>
                  <a:pt x="2284833" y="4711559"/>
                </a:lnTo>
                <a:lnTo>
                  <a:pt x="2518200" y="4709355"/>
                </a:lnTo>
                <a:lnTo>
                  <a:pt x="2752118" y="4700172"/>
                </a:lnTo>
                <a:lnTo>
                  <a:pt x="2986770" y="4684560"/>
                </a:lnTo>
                <a:lnTo>
                  <a:pt x="3222157" y="4662337"/>
                </a:lnTo>
                <a:lnTo>
                  <a:pt x="3458095" y="4633870"/>
                </a:lnTo>
                <a:lnTo>
                  <a:pt x="3694583" y="4599340"/>
                </a:lnTo>
                <a:lnTo>
                  <a:pt x="3931806" y="4559117"/>
                </a:lnTo>
                <a:lnTo>
                  <a:pt x="4169397" y="4513384"/>
                </a:lnTo>
                <a:lnTo>
                  <a:pt x="4407537" y="4462326"/>
                </a:lnTo>
                <a:lnTo>
                  <a:pt x="4646046" y="4406124"/>
                </a:lnTo>
                <a:lnTo>
                  <a:pt x="4884923" y="4345147"/>
                </a:lnTo>
                <a:lnTo>
                  <a:pt x="5124348" y="4279395"/>
                </a:lnTo>
                <a:lnTo>
                  <a:pt x="5364142" y="4209234"/>
                </a:lnTo>
                <a:lnTo>
                  <a:pt x="5604119" y="4134852"/>
                </a:lnTo>
                <a:lnTo>
                  <a:pt x="5844463" y="4056426"/>
                </a:lnTo>
                <a:lnTo>
                  <a:pt x="6084991" y="3974328"/>
                </a:lnTo>
                <a:lnTo>
                  <a:pt x="6325702" y="3888557"/>
                </a:lnTo>
                <a:lnTo>
                  <a:pt x="6566598" y="3799479"/>
                </a:lnTo>
                <a:lnTo>
                  <a:pt x="6807677" y="3707462"/>
                </a:lnTo>
                <a:lnTo>
                  <a:pt x="7048756" y="3612508"/>
                </a:lnTo>
                <a:lnTo>
                  <a:pt x="7290018" y="3514797"/>
                </a:lnTo>
                <a:lnTo>
                  <a:pt x="7531280" y="3414701"/>
                </a:lnTo>
                <a:lnTo>
                  <a:pt x="7772544" y="3312399"/>
                </a:lnTo>
                <a:lnTo>
                  <a:pt x="8013806" y="3208261"/>
                </a:lnTo>
                <a:lnTo>
                  <a:pt x="8255068" y="3102103"/>
                </a:lnTo>
                <a:lnTo>
                  <a:pt x="8496146" y="2994658"/>
                </a:lnTo>
                <a:lnTo>
                  <a:pt x="8737043" y="2885746"/>
                </a:lnTo>
                <a:lnTo>
                  <a:pt x="8977753" y="2775730"/>
                </a:lnTo>
                <a:lnTo>
                  <a:pt x="9218464" y="2664979"/>
                </a:lnTo>
                <a:lnTo>
                  <a:pt x="9458808" y="2553495"/>
                </a:lnTo>
                <a:lnTo>
                  <a:pt x="9698787" y="2441459"/>
                </a:lnTo>
                <a:lnTo>
                  <a:pt x="9938579" y="2329424"/>
                </a:lnTo>
                <a:lnTo>
                  <a:pt x="10178006" y="2217205"/>
                </a:lnTo>
                <a:lnTo>
                  <a:pt x="10503176" y="2066417"/>
                </a:lnTo>
                <a:lnTo>
                  <a:pt x="10823575" y="1920585"/>
                </a:lnTo>
                <a:lnTo>
                  <a:pt x="11139567" y="1779898"/>
                </a:lnTo>
                <a:lnTo>
                  <a:pt x="11450785" y="1644171"/>
                </a:lnTo>
                <a:lnTo>
                  <a:pt x="11757594" y="1513767"/>
                </a:lnTo>
                <a:lnTo>
                  <a:pt x="12059815" y="1388323"/>
                </a:lnTo>
                <a:lnTo>
                  <a:pt x="12357630" y="1268208"/>
                </a:lnTo>
                <a:lnTo>
                  <a:pt x="12650854" y="1153232"/>
                </a:lnTo>
                <a:lnTo>
                  <a:pt x="12939670" y="1043585"/>
                </a:lnTo>
                <a:lnTo>
                  <a:pt x="13223897" y="939264"/>
                </a:lnTo>
                <a:lnTo>
                  <a:pt x="13503719" y="840268"/>
                </a:lnTo>
                <a:lnTo>
                  <a:pt x="13779314" y="746415"/>
                </a:lnTo>
                <a:lnTo>
                  <a:pt x="14050322" y="658072"/>
                </a:lnTo>
                <a:lnTo>
                  <a:pt x="14317107" y="575239"/>
                </a:lnTo>
                <a:lnTo>
                  <a:pt x="14579483" y="497733"/>
                </a:lnTo>
                <a:lnTo>
                  <a:pt x="14837455" y="425736"/>
                </a:lnTo>
                <a:lnTo>
                  <a:pt x="15091202" y="359249"/>
                </a:lnTo>
                <a:lnTo>
                  <a:pt x="15340727" y="298272"/>
                </a:lnTo>
                <a:lnTo>
                  <a:pt x="15586030" y="242805"/>
                </a:lnTo>
                <a:lnTo>
                  <a:pt x="15827109" y="193031"/>
                </a:lnTo>
                <a:lnTo>
                  <a:pt x="16063781" y="148953"/>
                </a:lnTo>
                <a:lnTo>
                  <a:pt x="16296414" y="110383"/>
                </a:lnTo>
                <a:lnTo>
                  <a:pt x="16525007" y="77506"/>
                </a:lnTo>
                <a:lnTo>
                  <a:pt x="16749192" y="50507"/>
                </a:lnTo>
                <a:lnTo>
                  <a:pt x="16969524" y="29203"/>
                </a:lnTo>
                <a:lnTo>
                  <a:pt x="17185632" y="13591"/>
                </a:lnTo>
                <a:lnTo>
                  <a:pt x="17397700" y="3858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tx2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/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775277E-BCD6-9524-86E0-F1489B50DF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9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6CB2248-1EA5-E92B-3E22-29B0205DF2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0315" y="203954"/>
            <a:ext cx="1328277" cy="421645"/>
          </a:xfrm>
          <a:prstGeom prst="rect">
            <a:avLst/>
          </a:prstGeom>
        </p:spPr>
      </p:pic>
      <p:grpSp>
        <p:nvGrpSpPr>
          <p:cNvPr id="3" name="Graphic 11">
            <a:extLst>
              <a:ext uri="{FF2B5EF4-FFF2-40B4-BE49-F238E27FC236}">
                <a16:creationId xmlns:a16="http://schemas.microsoft.com/office/drawing/2014/main" id="{96EFCDC5-5C2C-8403-1C60-3DD53B574129}"/>
              </a:ext>
            </a:extLst>
          </p:cNvPr>
          <p:cNvGrpSpPr/>
          <p:nvPr userDrawn="1"/>
        </p:nvGrpSpPr>
        <p:grpSpPr>
          <a:xfrm>
            <a:off x="11454707" y="219988"/>
            <a:ext cx="550212" cy="349100"/>
            <a:chOff x="10697835" y="1053553"/>
            <a:chExt cx="1328461" cy="842887"/>
          </a:xfrm>
          <a:solidFill>
            <a:schemeClr val="tx1"/>
          </a:solidFill>
        </p:grpSpPr>
        <p:grpSp>
          <p:nvGrpSpPr>
            <p:cNvPr id="4" name="Graphic 11">
              <a:extLst>
                <a:ext uri="{FF2B5EF4-FFF2-40B4-BE49-F238E27FC236}">
                  <a16:creationId xmlns:a16="http://schemas.microsoft.com/office/drawing/2014/main" id="{EF798C18-61BB-F6E8-774A-EDC428963399}"/>
                </a:ext>
              </a:extLst>
            </p:cNvPr>
            <p:cNvGrpSpPr/>
            <p:nvPr/>
          </p:nvGrpSpPr>
          <p:grpSpPr>
            <a:xfrm>
              <a:off x="11359350" y="1544944"/>
              <a:ext cx="150824" cy="68486"/>
              <a:chOff x="11359350" y="1544944"/>
              <a:chExt cx="150824" cy="68486"/>
            </a:xfrm>
            <a:grpFill/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0540EFC-123A-D767-B2FA-5009CA31146A}"/>
                  </a:ext>
                </a:extLst>
              </p:cNvPr>
              <p:cNvSpPr/>
              <p:nvPr/>
            </p:nvSpPr>
            <p:spPr>
              <a:xfrm>
                <a:off x="11359350" y="1544944"/>
                <a:ext cx="50670" cy="68269"/>
              </a:xfrm>
              <a:custGeom>
                <a:avLst/>
                <a:gdLst>
                  <a:gd name="connsiteX0" fmla="*/ 20807 w 50670"/>
                  <a:gd name="connsiteY0" fmla="*/ 7477 h 68269"/>
                  <a:gd name="connsiteX1" fmla="*/ 0 w 50670"/>
                  <a:gd name="connsiteY1" fmla="*/ 7477 h 68269"/>
                  <a:gd name="connsiteX2" fmla="*/ 0 w 50670"/>
                  <a:gd name="connsiteY2" fmla="*/ 0 h 68269"/>
                  <a:gd name="connsiteX3" fmla="*/ 50670 w 50670"/>
                  <a:gd name="connsiteY3" fmla="*/ 108 h 68269"/>
                  <a:gd name="connsiteX4" fmla="*/ 50670 w 50670"/>
                  <a:gd name="connsiteY4" fmla="*/ 7586 h 68269"/>
                  <a:gd name="connsiteX5" fmla="*/ 29755 w 50670"/>
                  <a:gd name="connsiteY5" fmla="*/ 7586 h 68269"/>
                  <a:gd name="connsiteX6" fmla="*/ 29863 w 50670"/>
                  <a:gd name="connsiteY6" fmla="*/ 68270 h 68269"/>
                  <a:gd name="connsiteX7" fmla="*/ 20915 w 50670"/>
                  <a:gd name="connsiteY7" fmla="*/ 68270 h 68269"/>
                  <a:gd name="connsiteX8" fmla="*/ 20807 w 50670"/>
                  <a:gd name="connsiteY8" fmla="*/ 7477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670" h="68269">
                    <a:moveTo>
                      <a:pt x="20807" y="7477"/>
                    </a:moveTo>
                    <a:lnTo>
                      <a:pt x="0" y="7477"/>
                    </a:lnTo>
                    <a:lnTo>
                      <a:pt x="0" y="0"/>
                    </a:lnTo>
                    <a:lnTo>
                      <a:pt x="50670" y="108"/>
                    </a:lnTo>
                    <a:lnTo>
                      <a:pt x="50670" y="7586"/>
                    </a:lnTo>
                    <a:lnTo>
                      <a:pt x="29755" y="7586"/>
                    </a:lnTo>
                    <a:lnTo>
                      <a:pt x="29863" y="68270"/>
                    </a:lnTo>
                    <a:lnTo>
                      <a:pt x="20915" y="68270"/>
                    </a:lnTo>
                    <a:lnTo>
                      <a:pt x="20807" y="7477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7DFACA7-8DF6-3205-A055-1D2DBAE057C1}"/>
                  </a:ext>
                </a:extLst>
              </p:cNvPr>
              <p:cNvSpPr/>
              <p:nvPr/>
            </p:nvSpPr>
            <p:spPr>
              <a:xfrm>
                <a:off x="11411529" y="1545052"/>
                <a:ext cx="50993" cy="68269"/>
              </a:xfrm>
              <a:custGeom>
                <a:avLst/>
                <a:gdLst>
                  <a:gd name="connsiteX0" fmla="*/ 8840 w 50993"/>
                  <a:gd name="connsiteY0" fmla="*/ 0 h 68269"/>
                  <a:gd name="connsiteX1" fmla="*/ 8840 w 50993"/>
                  <a:gd name="connsiteY1" fmla="*/ 28500 h 68269"/>
                  <a:gd name="connsiteX2" fmla="*/ 41938 w 50993"/>
                  <a:gd name="connsiteY2" fmla="*/ 28608 h 68269"/>
                  <a:gd name="connsiteX3" fmla="*/ 41938 w 50993"/>
                  <a:gd name="connsiteY3" fmla="*/ 108 h 68269"/>
                  <a:gd name="connsiteX4" fmla="*/ 50886 w 50993"/>
                  <a:gd name="connsiteY4" fmla="*/ 108 h 68269"/>
                  <a:gd name="connsiteX5" fmla="*/ 50994 w 50993"/>
                  <a:gd name="connsiteY5" fmla="*/ 68270 h 68269"/>
                  <a:gd name="connsiteX6" fmla="*/ 42045 w 50993"/>
                  <a:gd name="connsiteY6" fmla="*/ 68270 h 68269"/>
                  <a:gd name="connsiteX7" fmla="*/ 42045 w 50993"/>
                  <a:gd name="connsiteY7" fmla="*/ 36302 h 68269"/>
                  <a:gd name="connsiteX8" fmla="*/ 8948 w 50993"/>
                  <a:gd name="connsiteY8" fmla="*/ 36194 h 68269"/>
                  <a:gd name="connsiteX9" fmla="*/ 8948 w 50993"/>
                  <a:gd name="connsiteY9" fmla="*/ 68161 h 68269"/>
                  <a:gd name="connsiteX10" fmla="*/ 108 w 50993"/>
                  <a:gd name="connsiteY10" fmla="*/ 68161 h 68269"/>
                  <a:gd name="connsiteX11" fmla="*/ 0 w 50993"/>
                  <a:gd name="connsiteY11" fmla="*/ 0 h 68269"/>
                  <a:gd name="connsiteX12" fmla="*/ 8840 w 50993"/>
                  <a:gd name="connsiteY12" fmla="*/ 0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993" h="68269">
                    <a:moveTo>
                      <a:pt x="8840" y="0"/>
                    </a:moveTo>
                    <a:lnTo>
                      <a:pt x="8840" y="28500"/>
                    </a:lnTo>
                    <a:lnTo>
                      <a:pt x="41938" y="28608"/>
                    </a:lnTo>
                    <a:lnTo>
                      <a:pt x="41938" y="108"/>
                    </a:lnTo>
                    <a:lnTo>
                      <a:pt x="50886" y="108"/>
                    </a:lnTo>
                    <a:lnTo>
                      <a:pt x="50994" y="68270"/>
                    </a:lnTo>
                    <a:lnTo>
                      <a:pt x="42045" y="68270"/>
                    </a:lnTo>
                    <a:lnTo>
                      <a:pt x="42045" y="36302"/>
                    </a:lnTo>
                    <a:lnTo>
                      <a:pt x="8948" y="36194"/>
                    </a:lnTo>
                    <a:lnTo>
                      <a:pt x="8948" y="68161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8840" y="0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A4D6940-4389-1AD9-E8B4-DF1E39682CED}"/>
                  </a:ext>
                </a:extLst>
              </p:cNvPr>
              <p:cNvSpPr/>
              <p:nvPr/>
            </p:nvSpPr>
            <p:spPr>
              <a:xfrm>
                <a:off x="11471579" y="1545160"/>
                <a:ext cx="38595" cy="68269"/>
              </a:xfrm>
              <a:custGeom>
                <a:avLst/>
                <a:gdLst>
                  <a:gd name="connsiteX0" fmla="*/ 35577 w 38595"/>
                  <a:gd name="connsiteY0" fmla="*/ 36302 h 68269"/>
                  <a:gd name="connsiteX1" fmla="*/ 8948 w 38595"/>
                  <a:gd name="connsiteY1" fmla="*/ 36194 h 68269"/>
                  <a:gd name="connsiteX2" fmla="*/ 8948 w 38595"/>
                  <a:gd name="connsiteY2" fmla="*/ 60793 h 68269"/>
                  <a:gd name="connsiteX3" fmla="*/ 38596 w 38595"/>
                  <a:gd name="connsiteY3" fmla="*/ 60901 h 68269"/>
                  <a:gd name="connsiteX4" fmla="*/ 38596 w 38595"/>
                  <a:gd name="connsiteY4" fmla="*/ 68270 h 68269"/>
                  <a:gd name="connsiteX5" fmla="*/ 108 w 38595"/>
                  <a:gd name="connsiteY5" fmla="*/ 68161 h 68269"/>
                  <a:gd name="connsiteX6" fmla="*/ 0 w 38595"/>
                  <a:gd name="connsiteY6" fmla="*/ 0 h 68269"/>
                  <a:gd name="connsiteX7" fmla="*/ 36978 w 38595"/>
                  <a:gd name="connsiteY7" fmla="*/ 108 h 68269"/>
                  <a:gd name="connsiteX8" fmla="*/ 36978 w 38595"/>
                  <a:gd name="connsiteY8" fmla="*/ 7477 h 68269"/>
                  <a:gd name="connsiteX9" fmla="*/ 8840 w 38595"/>
                  <a:gd name="connsiteY9" fmla="*/ 7369 h 68269"/>
                  <a:gd name="connsiteX10" fmla="*/ 8840 w 38595"/>
                  <a:gd name="connsiteY10" fmla="*/ 28933 h 68269"/>
                  <a:gd name="connsiteX11" fmla="*/ 35469 w 38595"/>
                  <a:gd name="connsiteY11" fmla="*/ 29042 h 68269"/>
                  <a:gd name="connsiteX12" fmla="*/ 35469 w 38595"/>
                  <a:gd name="connsiteY12" fmla="*/ 36302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595" h="68269">
                    <a:moveTo>
                      <a:pt x="35577" y="36302"/>
                    </a:moveTo>
                    <a:lnTo>
                      <a:pt x="8948" y="36194"/>
                    </a:lnTo>
                    <a:lnTo>
                      <a:pt x="8948" y="60793"/>
                    </a:lnTo>
                    <a:lnTo>
                      <a:pt x="38596" y="60901"/>
                    </a:lnTo>
                    <a:lnTo>
                      <a:pt x="38596" y="68270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36978" y="108"/>
                    </a:lnTo>
                    <a:lnTo>
                      <a:pt x="36978" y="7477"/>
                    </a:lnTo>
                    <a:lnTo>
                      <a:pt x="8840" y="7369"/>
                    </a:lnTo>
                    <a:lnTo>
                      <a:pt x="8840" y="28933"/>
                    </a:lnTo>
                    <a:lnTo>
                      <a:pt x="35469" y="29042"/>
                    </a:lnTo>
                    <a:lnTo>
                      <a:pt x="35469" y="36302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" name="Graphic 11">
              <a:extLst>
                <a:ext uri="{FF2B5EF4-FFF2-40B4-BE49-F238E27FC236}">
                  <a16:creationId xmlns:a16="http://schemas.microsoft.com/office/drawing/2014/main" id="{558FB5DA-4ADC-771E-995A-AC4C6246A83A}"/>
                </a:ext>
              </a:extLst>
            </p:cNvPr>
            <p:cNvGrpSpPr/>
            <p:nvPr/>
          </p:nvGrpSpPr>
          <p:grpSpPr>
            <a:xfrm>
              <a:off x="10725110" y="1240331"/>
              <a:ext cx="894489" cy="278388"/>
              <a:chOff x="10725110" y="1240331"/>
              <a:chExt cx="894489" cy="278388"/>
            </a:xfrm>
            <a:grpFill/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3BAB42C-8B96-4932-B657-825E7312C2D9}"/>
                  </a:ext>
                </a:extLst>
              </p:cNvPr>
              <p:cNvSpPr/>
              <p:nvPr/>
            </p:nvSpPr>
            <p:spPr>
              <a:xfrm>
                <a:off x="10725110" y="1240331"/>
                <a:ext cx="428216" cy="275571"/>
              </a:xfrm>
              <a:custGeom>
                <a:avLst/>
                <a:gdLst>
                  <a:gd name="connsiteX0" fmla="*/ 307040 w 428216"/>
                  <a:gd name="connsiteY0" fmla="*/ 0 h 275571"/>
                  <a:gd name="connsiteX1" fmla="*/ 193732 w 428216"/>
                  <a:gd name="connsiteY1" fmla="*/ 261159 h 275571"/>
                  <a:gd name="connsiteX2" fmla="*/ 141661 w 428216"/>
                  <a:gd name="connsiteY2" fmla="*/ 179235 h 275571"/>
                  <a:gd name="connsiteX3" fmla="*/ 162791 w 428216"/>
                  <a:gd name="connsiteY3" fmla="*/ 161788 h 275571"/>
                  <a:gd name="connsiteX4" fmla="*/ 178639 w 428216"/>
                  <a:gd name="connsiteY4" fmla="*/ 132205 h 275571"/>
                  <a:gd name="connsiteX5" fmla="*/ 183598 w 428216"/>
                  <a:gd name="connsiteY5" fmla="*/ 99804 h 275571"/>
                  <a:gd name="connsiteX6" fmla="*/ 176914 w 428216"/>
                  <a:gd name="connsiteY6" fmla="*/ 62851 h 275571"/>
                  <a:gd name="connsiteX7" fmla="*/ 157077 w 428216"/>
                  <a:gd name="connsiteY7" fmla="*/ 34785 h 275571"/>
                  <a:gd name="connsiteX8" fmla="*/ 124735 w 428216"/>
                  <a:gd name="connsiteY8" fmla="*/ 16797 h 275571"/>
                  <a:gd name="connsiteX9" fmla="*/ 80641 w 428216"/>
                  <a:gd name="connsiteY9" fmla="*/ 10511 h 275571"/>
                  <a:gd name="connsiteX10" fmla="*/ 647 w 428216"/>
                  <a:gd name="connsiteY10" fmla="*/ 10511 h 275571"/>
                  <a:gd name="connsiteX11" fmla="*/ 0 w 428216"/>
                  <a:gd name="connsiteY11" fmla="*/ 275463 h 275571"/>
                  <a:gd name="connsiteX12" fmla="*/ 51964 w 428216"/>
                  <a:gd name="connsiteY12" fmla="*/ 275463 h 275571"/>
                  <a:gd name="connsiteX13" fmla="*/ 52179 w 428216"/>
                  <a:gd name="connsiteY13" fmla="*/ 191264 h 275571"/>
                  <a:gd name="connsiteX14" fmla="*/ 86786 w 428216"/>
                  <a:gd name="connsiteY14" fmla="*/ 191264 h 275571"/>
                  <a:gd name="connsiteX15" fmla="*/ 142308 w 428216"/>
                  <a:gd name="connsiteY15" fmla="*/ 275571 h 275571"/>
                  <a:gd name="connsiteX16" fmla="*/ 187480 w 428216"/>
                  <a:gd name="connsiteY16" fmla="*/ 275571 h 275571"/>
                  <a:gd name="connsiteX17" fmla="*/ 202896 w 428216"/>
                  <a:gd name="connsiteY17" fmla="*/ 275571 h 275571"/>
                  <a:gd name="connsiteX18" fmla="*/ 238689 w 428216"/>
                  <a:gd name="connsiteY18" fmla="*/ 275571 h 275571"/>
                  <a:gd name="connsiteX19" fmla="*/ 260251 w 428216"/>
                  <a:gd name="connsiteY19" fmla="*/ 223665 h 275571"/>
                  <a:gd name="connsiteX20" fmla="*/ 347791 w 428216"/>
                  <a:gd name="connsiteY20" fmla="*/ 223665 h 275571"/>
                  <a:gd name="connsiteX21" fmla="*/ 368059 w 428216"/>
                  <a:gd name="connsiteY21" fmla="*/ 275571 h 275571"/>
                  <a:gd name="connsiteX22" fmla="*/ 428217 w 428216"/>
                  <a:gd name="connsiteY22" fmla="*/ 275571 h 275571"/>
                  <a:gd name="connsiteX23" fmla="*/ 309843 w 428216"/>
                  <a:gd name="connsiteY23" fmla="*/ 0 h 275571"/>
                  <a:gd name="connsiteX24" fmla="*/ 307040 w 428216"/>
                  <a:gd name="connsiteY24" fmla="*/ 0 h 275571"/>
                  <a:gd name="connsiteX25" fmla="*/ 52395 w 428216"/>
                  <a:gd name="connsiteY25" fmla="*/ 60793 h 275571"/>
                  <a:gd name="connsiteX26" fmla="*/ 89697 w 428216"/>
                  <a:gd name="connsiteY26" fmla="*/ 60793 h 275571"/>
                  <a:gd name="connsiteX27" fmla="*/ 111367 w 428216"/>
                  <a:gd name="connsiteY27" fmla="*/ 65452 h 275571"/>
                  <a:gd name="connsiteX28" fmla="*/ 123333 w 428216"/>
                  <a:gd name="connsiteY28" fmla="*/ 76939 h 275571"/>
                  <a:gd name="connsiteX29" fmla="*/ 128508 w 428216"/>
                  <a:gd name="connsiteY29" fmla="*/ 90484 h 275571"/>
                  <a:gd name="connsiteX30" fmla="*/ 129694 w 428216"/>
                  <a:gd name="connsiteY30" fmla="*/ 101429 h 275571"/>
                  <a:gd name="connsiteX31" fmla="*/ 127646 w 428216"/>
                  <a:gd name="connsiteY31" fmla="*/ 113891 h 275571"/>
                  <a:gd name="connsiteX32" fmla="*/ 121177 w 428216"/>
                  <a:gd name="connsiteY32" fmla="*/ 126678 h 275571"/>
                  <a:gd name="connsiteX33" fmla="*/ 108779 w 428216"/>
                  <a:gd name="connsiteY33" fmla="*/ 136756 h 275571"/>
                  <a:gd name="connsiteX34" fmla="*/ 89050 w 428216"/>
                  <a:gd name="connsiteY34" fmla="*/ 140766 h 275571"/>
                  <a:gd name="connsiteX35" fmla="*/ 52179 w 428216"/>
                  <a:gd name="connsiteY35" fmla="*/ 140766 h 275571"/>
                  <a:gd name="connsiteX36" fmla="*/ 52395 w 428216"/>
                  <a:gd name="connsiteY36" fmla="*/ 60793 h 275571"/>
                  <a:gd name="connsiteX37" fmla="*/ 278578 w 428216"/>
                  <a:gd name="connsiteY37" fmla="*/ 179669 h 275571"/>
                  <a:gd name="connsiteX38" fmla="*/ 305530 w 428216"/>
                  <a:gd name="connsiteY38" fmla="*/ 115083 h 275571"/>
                  <a:gd name="connsiteX39" fmla="*/ 330758 w 428216"/>
                  <a:gd name="connsiteY39" fmla="*/ 179669 h 275571"/>
                  <a:gd name="connsiteX40" fmla="*/ 278578 w 428216"/>
                  <a:gd name="connsiteY40" fmla="*/ 179669 h 27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428216" h="275571">
                    <a:moveTo>
                      <a:pt x="307040" y="0"/>
                    </a:moveTo>
                    <a:lnTo>
                      <a:pt x="193732" y="261159"/>
                    </a:lnTo>
                    <a:lnTo>
                      <a:pt x="141661" y="179235"/>
                    </a:lnTo>
                    <a:cubicBezTo>
                      <a:pt x="150070" y="174467"/>
                      <a:pt x="157185" y="168615"/>
                      <a:pt x="162791" y="161788"/>
                    </a:cubicBezTo>
                    <a:cubicBezTo>
                      <a:pt x="170122" y="152902"/>
                      <a:pt x="175405" y="143041"/>
                      <a:pt x="178639" y="132205"/>
                    </a:cubicBezTo>
                    <a:cubicBezTo>
                      <a:pt x="181874" y="121368"/>
                      <a:pt x="183491" y="110640"/>
                      <a:pt x="183598" y="99804"/>
                    </a:cubicBezTo>
                    <a:cubicBezTo>
                      <a:pt x="183598" y="86150"/>
                      <a:pt x="181334" y="73796"/>
                      <a:pt x="176914" y="62851"/>
                    </a:cubicBezTo>
                    <a:cubicBezTo>
                      <a:pt x="172386" y="51907"/>
                      <a:pt x="165810" y="42587"/>
                      <a:pt x="157077" y="34785"/>
                    </a:cubicBezTo>
                    <a:cubicBezTo>
                      <a:pt x="148345" y="26983"/>
                      <a:pt x="137564" y="21023"/>
                      <a:pt x="124735" y="16797"/>
                    </a:cubicBezTo>
                    <a:cubicBezTo>
                      <a:pt x="111798" y="12570"/>
                      <a:pt x="97136" y="10511"/>
                      <a:pt x="80641" y="10511"/>
                    </a:cubicBezTo>
                    <a:lnTo>
                      <a:pt x="647" y="10511"/>
                    </a:lnTo>
                    <a:lnTo>
                      <a:pt x="0" y="275463"/>
                    </a:lnTo>
                    <a:lnTo>
                      <a:pt x="51964" y="275463"/>
                    </a:lnTo>
                    <a:lnTo>
                      <a:pt x="52179" y="191264"/>
                    </a:lnTo>
                    <a:lnTo>
                      <a:pt x="86786" y="191264"/>
                    </a:lnTo>
                    <a:lnTo>
                      <a:pt x="142308" y="275571"/>
                    </a:lnTo>
                    <a:lnTo>
                      <a:pt x="187480" y="275571"/>
                    </a:lnTo>
                    <a:lnTo>
                      <a:pt x="202896" y="275571"/>
                    </a:lnTo>
                    <a:lnTo>
                      <a:pt x="238689" y="275571"/>
                    </a:lnTo>
                    <a:lnTo>
                      <a:pt x="260251" y="223665"/>
                    </a:lnTo>
                    <a:lnTo>
                      <a:pt x="347791" y="223665"/>
                    </a:lnTo>
                    <a:lnTo>
                      <a:pt x="368059" y="275571"/>
                    </a:lnTo>
                    <a:lnTo>
                      <a:pt x="428217" y="275571"/>
                    </a:lnTo>
                    <a:lnTo>
                      <a:pt x="309843" y="0"/>
                    </a:lnTo>
                    <a:lnTo>
                      <a:pt x="307040" y="0"/>
                    </a:lnTo>
                    <a:close/>
                    <a:moveTo>
                      <a:pt x="52395" y="60793"/>
                    </a:moveTo>
                    <a:lnTo>
                      <a:pt x="89697" y="60793"/>
                    </a:lnTo>
                    <a:cubicBezTo>
                      <a:pt x="98753" y="60793"/>
                      <a:pt x="105976" y="62310"/>
                      <a:pt x="111367" y="65452"/>
                    </a:cubicBezTo>
                    <a:cubicBezTo>
                      <a:pt x="116757" y="68595"/>
                      <a:pt x="120746" y="72388"/>
                      <a:pt x="123333" y="76939"/>
                    </a:cubicBezTo>
                    <a:cubicBezTo>
                      <a:pt x="125921" y="81490"/>
                      <a:pt x="127646" y="86042"/>
                      <a:pt x="128508" y="90484"/>
                    </a:cubicBezTo>
                    <a:cubicBezTo>
                      <a:pt x="129371" y="94927"/>
                      <a:pt x="129802" y="98612"/>
                      <a:pt x="129694" y="101429"/>
                    </a:cubicBezTo>
                    <a:cubicBezTo>
                      <a:pt x="129694" y="105330"/>
                      <a:pt x="129047" y="109448"/>
                      <a:pt x="127646" y="113891"/>
                    </a:cubicBezTo>
                    <a:cubicBezTo>
                      <a:pt x="126352" y="118334"/>
                      <a:pt x="124196" y="122560"/>
                      <a:pt x="121177" y="126678"/>
                    </a:cubicBezTo>
                    <a:cubicBezTo>
                      <a:pt x="118158" y="130796"/>
                      <a:pt x="114062" y="134155"/>
                      <a:pt x="108779" y="136756"/>
                    </a:cubicBezTo>
                    <a:cubicBezTo>
                      <a:pt x="103497" y="139357"/>
                      <a:pt x="96920" y="140766"/>
                      <a:pt x="89050" y="140766"/>
                    </a:cubicBezTo>
                    <a:lnTo>
                      <a:pt x="52179" y="140766"/>
                    </a:lnTo>
                    <a:lnTo>
                      <a:pt x="52395" y="60793"/>
                    </a:lnTo>
                    <a:close/>
                    <a:moveTo>
                      <a:pt x="278578" y="179669"/>
                    </a:moveTo>
                    <a:lnTo>
                      <a:pt x="305530" y="115083"/>
                    </a:lnTo>
                    <a:lnTo>
                      <a:pt x="330758" y="179669"/>
                    </a:lnTo>
                    <a:lnTo>
                      <a:pt x="278578" y="179669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F7F4763-EDA1-9853-3E5A-4B6F8102E5A4}"/>
                  </a:ext>
                </a:extLst>
              </p:cNvPr>
              <p:cNvSpPr/>
              <p:nvPr/>
            </p:nvSpPr>
            <p:spPr>
              <a:xfrm>
                <a:off x="11163030" y="1250734"/>
                <a:ext cx="52502" cy="265059"/>
              </a:xfrm>
              <a:custGeom>
                <a:avLst/>
                <a:gdLst>
                  <a:gd name="connsiteX0" fmla="*/ 0 w 52502"/>
                  <a:gd name="connsiteY0" fmla="*/ 265060 h 265059"/>
                  <a:gd name="connsiteX1" fmla="*/ 51964 w 52502"/>
                  <a:gd name="connsiteY1" fmla="*/ 265060 h 265059"/>
                  <a:gd name="connsiteX2" fmla="*/ 52503 w 52502"/>
                  <a:gd name="connsiteY2" fmla="*/ 0 h 265059"/>
                  <a:gd name="connsiteX3" fmla="*/ 539 w 52502"/>
                  <a:gd name="connsiteY3" fmla="*/ 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02" h="265059">
                    <a:moveTo>
                      <a:pt x="0" y="265060"/>
                    </a:moveTo>
                    <a:lnTo>
                      <a:pt x="51964" y="265060"/>
                    </a:lnTo>
                    <a:lnTo>
                      <a:pt x="52503" y="0"/>
                    </a:lnTo>
                    <a:lnTo>
                      <a:pt x="539" y="0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C4ECD0A-FBE5-FAC7-2AB7-769FBB78F03A}"/>
                  </a:ext>
                </a:extLst>
              </p:cNvPr>
              <p:cNvSpPr/>
              <p:nvPr/>
            </p:nvSpPr>
            <p:spPr>
              <a:xfrm>
                <a:off x="11232135" y="1249325"/>
                <a:ext cx="183382" cy="269394"/>
              </a:xfrm>
              <a:custGeom>
                <a:avLst/>
                <a:gdLst>
                  <a:gd name="connsiteX0" fmla="*/ 77191 w 183382"/>
                  <a:gd name="connsiteY0" fmla="*/ 53315 h 269394"/>
                  <a:gd name="connsiteX1" fmla="*/ 103712 w 183382"/>
                  <a:gd name="connsiteY1" fmla="*/ 46488 h 269394"/>
                  <a:gd name="connsiteX2" fmla="*/ 132928 w 183382"/>
                  <a:gd name="connsiteY2" fmla="*/ 51907 h 269394"/>
                  <a:gd name="connsiteX3" fmla="*/ 163546 w 183382"/>
                  <a:gd name="connsiteY3" fmla="*/ 65561 h 269394"/>
                  <a:gd name="connsiteX4" fmla="*/ 183383 w 183382"/>
                  <a:gd name="connsiteY4" fmla="*/ 25574 h 269394"/>
                  <a:gd name="connsiteX5" fmla="*/ 147806 w 183382"/>
                  <a:gd name="connsiteY5" fmla="*/ 7586 h 269394"/>
                  <a:gd name="connsiteX6" fmla="*/ 96058 w 183382"/>
                  <a:gd name="connsiteY6" fmla="*/ 0 h 269394"/>
                  <a:gd name="connsiteX7" fmla="*/ 53042 w 183382"/>
                  <a:gd name="connsiteY7" fmla="*/ 10945 h 269394"/>
                  <a:gd name="connsiteX8" fmla="*/ 24149 w 183382"/>
                  <a:gd name="connsiteY8" fmla="*/ 37819 h 269394"/>
                  <a:gd name="connsiteX9" fmla="*/ 13907 w 183382"/>
                  <a:gd name="connsiteY9" fmla="*/ 77806 h 269394"/>
                  <a:gd name="connsiteX10" fmla="*/ 20807 w 183382"/>
                  <a:gd name="connsiteY10" fmla="*/ 109990 h 269394"/>
                  <a:gd name="connsiteX11" fmla="*/ 39027 w 183382"/>
                  <a:gd name="connsiteY11" fmla="*/ 131988 h 269394"/>
                  <a:gd name="connsiteX12" fmla="*/ 63176 w 183382"/>
                  <a:gd name="connsiteY12" fmla="*/ 146942 h 269394"/>
                  <a:gd name="connsiteX13" fmla="*/ 88188 w 183382"/>
                  <a:gd name="connsiteY13" fmla="*/ 157779 h 269394"/>
                  <a:gd name="connsiteX14" fmla="*/ 107378 w 183382"/>
                  <a:gd name="connsiteY14" fmla="*/ 167098 h 269394"/>
                  <a:gd name="connsiteX15" fmla="*/ 121285 w 183382"/>
                  <a:gd name="connsiteY15" fmla="*/ 179018 h 269394"/>
                  <a:gd name="connsiteX16" fmla="*/ 126460 w 183382"/>
                  <a:gd name="connsiteY16" fmla="*/ 193431 h 269394"/>
                  <a:gd name="connsiteX17" fmla="*/ 120207 w 183382"/>
                  <a:gd name="connsiteY17" fmla="*/ 211419 h 269394"/>
                  <a:gd name="connsiteX18" fmla="*/ 104467 w 183382"/>
                  <a:gd name="connsiteY18" fmla="*/ 220630 h 269394"/>
                  <a:gd name="connsiteX19" fmla="*/ 85600 w 183382"/>
                  <a:gd name="connsiteY19" fmla="*/ 223340 h 269394"/>
                  <a:gd name="connsiteX20" fmla="*/ 65224 w 183382"/>
                  <a:gd name="connsiteY20" fmla="*/ 220414 h 269394"/>
                  <a:gd name="connsiteX21" fmla="*/ 43231 w 183382"/>
                  <a:gd name="connsiteY21" fmla="*/ 212286 h 269394"/>
                  <a:gd name="connsiteX22" fmla="*/ 22963 w 183382"/>
                  <a:gd name="connsiteY22" fmla="*/ 200258 h 269394"/>
                  <a:gd name="connsiteX23" fmla="*/ 0 w 183382"/>
                  <a:gd name="connsiteY23" fmla="*/ 241003 h 269394"/>
                  <a:gd name="connsiteX24" fmla="*/ 29001 w 183382"/>
                  <a:gd name="connsiteY24" fmla="*/ 257041 h 269394"/>
                  <a:gd name="connsiteX25" fmla="*/ 59618 w 183382"/>
                  <a:gd name="connsiteY25" fmla="*/ 266360 h 269394"/>
                  <a:gd name="connsiteX26" fmla="*/ 90236 w 183382"/>
                  <a:gd name="connsiteY26" fmla="*/ 269394 h 269394"/>
                  <a:gd name="connsiteX27" fmla="*/ 139720 w 183382"/>
                  <a:gd name="connsiteY27" fmla="*/ 258775 h 269394"/>
                  <a:gd name="connsiteX28" fmla="*/ 170230 w 183382"/>
                  <a:gd name="connsiteY28" fmla="*/ 230817 h 269394"/>
                  <a:gd name="connsiteX29" fmla="*/ 180688 w 183382"/>
                  <a:gd name="connsiteY29" fmla="*/ 193323 h 269394"/>
                  <a:gd name="connsiteX30" fmla="*/ 175405 w 183382"/>
                  <a:gd name="connsiteY30" fmla="*/ 161030 h 269394"/>
                  <a:gd name="connsiteX31" fmla="*/ 161174 w 183382"/>
                  <a:gd name="connsiteY31" fmla="*/ 139032 h 269394"/>
                  <a:gd name="connsiteX32" fmla="*/ 140906 w 183382"/>
                  <a:gd name="connsiteY32" fmla="*/ 124294 h 269394"/>
                  <a:gd name="connsiteX33" fmla="*/ 118158 w 183382"/>
                  <a:gd name="connsiteY33" fmla="*/ 114000 h 269394"/>
                  <a:gd name="connsiteX34" fmla="*/ 94009 w 183382"/>
                  <a:gd name="connsiteY34" fmla="*/ 103597 h 269394"/>
                  <a:gd name="connsiteX35" fmla="*/ 75035 w 183382"/>
                  <a:gd name="connsiteY35" fmla="*/ 90484 h 269394"/>
                  <a:gd name="connsiteX36" fmla="*/ 67704 w 183382"/>
                  <a:gd name="connsiteY36" fmla="*/ 73688 h 269394"/>
                  <a:gd name="connsiteX37" fmla="*/ 77191 w 183382"/>
                  <a:gd name="connsiteY37" fmla="*/ 53315 h 26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83382" h="269394">
                    <a:moveTo>
                      <a:pt x="77191" y="53315"/>
                    </a:moveTo>
                    <a:cubicBezTo>
                      <a:pt x="83660" y="48764"/>
                      <a:pt x="92500" y="46488"/>
                      <a:pt x="103712" y="46488"/>
                    </a:cubicBezTo>
                    <a:cubicBezTo>
                      <a:pt x="112768" y="46488"/>
                      <a:pt x="122471" y="48331"/>
                      <a:pt x="132928" y="51907"/>
                    </a:cubicBezTo>
                    <a:cubicBezTo>
                      <a:pt x="143278" y="55483"/>
                      <a:pt x="153520" y="60034"/>
                      <a:pt x="163546" y="65561"/>
                    </a:cubicBezTo>
                    <a:lnTo>
                      <a:pt x="183383" y="25574"/>
                    </a:lnTo>
                    <a:cubicBezTo>
                      <a:pt x="172925" y="18639"/>
                      <a:pt x="161066" y="12570"/>
                      <a:pt x="147806" y="7586"/>
                    </a:cubicBezTo>
                    <a:cubicBezTo>
                      <a:pt x="134545" y="2492"/>
                      <a:pt x="117296" y="0"/>
                      <a:pt x="96058" y="0"/>
                    </a:cubicBezTo>
                    <a:cubicBezTo>
                      <a:pt x="79779" y="759"/>
                      <a:pt x="65440" y="4335"/>
                      <a:pt x="53042" y="10945"/>
                    </a:cubicBezTo>
                    <a:cubicBezTo>
                      <a:pt x="40644" y="17555"/>
                      <a:pt x="30941" y="26549"/>
                      <a:pt x="24149" y="37819"/>
                    </a:cubicBezTo>
                    <a:cubicBezTo>
                      <a:pt x="17357" y="49089"/>
                      <a:pt x="13907" y="62418"/>
                      <a:pt x="13907" y="77806"/>
                    </a:cubicBezTo>
                    <a:cubicBezTo>
                      <a:pt x="13907" y="90484"/>
                      <a:pt x="16171" y="101321"/>
                      <a:pt x="20807" y="109990"/>
                    </a:cubicBezTo>
                    <a:cubicBezTo>
                      <a:pt x="25443" y="118768"/>
                      <a:pt x="31480" y="126028"/>
                      <a:pt x="39027" y="131988"/>
                    </a:cubicBezTo>
                    <a:cubicBezTo>
                      <a:pt x="46573" y="137840"/>
                      <a:pt x="54551" y="142825"/>
                      <a:pt x="63176" y="146942"/>
                    </a:cubicBezTo>
                    <a:cubicBezTo>
                      <a:pt x="71801" y="151060"/>
                      <a:pt x="80102" y="154636"/>
                      <a:pt x="88188" y="157779"/>
                    </a:cubicBezTo>
                    <a:cubicBezTo>
                      <a:pt x="95087" y="160380"/>
                      <a:pt x="101448" y="163522"/>
                      <a:pt x="107378" y="167098"/>
                    </a:cubicBezTo>
                    <a:cubicBezTo>
                      <a:pt x="113199" y="170674"/>
                      <a:pt x="117835" y="174684"/>
                      <a:pt x="121285" y="179018"/>
                    </a:cubicBezTo>
                    <a:cubicBezTo>
                      <a:pt x="124735" y="183353"/>
                      <a:pt x="126460" y="188121"/>
                      <a:pt x="126460" y="193431"/>
                    </a:cubicBezTo>
                    <a:cubicBezTo>
                      <a:pt x="126460" y="201125"/>
                      <a:pt x="124304" y="207085"/>
                      <a:pt x="120207" y="211419"/>
                    </a:cubicBezTo>
                    <a:cubicBezTo>
                      <a:pt x="116002" y="215754"/>
                      <a:pt x="110720" y="218788"/>
                      <a:pt x="104467" y="220630"/>
                    </a:cubicBezTo>
                    <a:cubicBezTo>
                      <a:pt x="98106" y="222473"/>
                      <a:pt x="91853" y="223340"/>
                      <a:pt x="85600" y="223340"/>
                    </a:cubicBezTo>
                    <a:cubicBezTo>
                      <a:pt x="79347" y="223340"/>
                      <a:pt x="72555" y="222364"/>
                      <a:pt x="65224" y="220414"/>
                    </a:cubicBezTo>
                    <a:cubicBezTo>
                      <a:pt x="57786" y="218463"/>
                      <a:pt x="50455" y="215754"/>
                      <a:pt x="43231" y="212286"/>
                    </a:cubicBezTo>
                    <a:cubicBezTo>
                      <a:pt x="36008" y="208819"/>
                      <a:pt x="29216" y="204809"/>
                      <a:pt x="22963" y="200258"/>
                    </a:cubicBezTo>
                    <a:lnTo>
                      <a:pt x="0" y="241003"/>
                    </a:lnTo>
                    <a:cubicBezTo>
                      <a:pt x="9272" y="247505"/>
                      <a:pt x="18974" y="252815"/>
                      <a:pt x="29001" y="257041"/>
                    </a:cubicBezTo>
                    <a:cubicBezTo>
                      <a:pt x="39027" y="261267"/>
                      <a:pt x="49269" y="264410"/>
                      <a:pt x="59618" y="266360"/>
                    </a:cubicBezTo>
                    <a:cubicBezTo>
                      <a:pt x="69968" y="268419"/>
                      <a:pt x="80210" y="269394"/>
                      <a:pt x="90236" y="269394"/>
                    </a:cubicBezTo>
                    <a:cubicBezTo>
                      <a:pt x="109857" y="269394"/>
                      <a:pt x="126352" y="265818"/>
                      <a:pt x="139720" y="258775"/>
                    </a:cubicBezTo>
                    <a:cubicBezTo>
                      <a:pt x="153089" y="251731"/>
                      <a:pt x="163223" y="242412"/>
                      <a:pt x="170230" y="230817"/>
                    </a:cubicBezTo>
                    <a:cubicBezTo>
                      <a:pt x="177238" y="219222"/>
                      <a:pt x="180688" y="206760"/>
                      <a:pt x="180688" y="193323"/>
                    </a:cubicBezTo>
                    <a:cubicBezTo>
                      <a:pt x="180688" y="180644"/>
                      <a:pt x="178963" y="169807"/>
                      <a:pt x="175405" y="161030"/>
                    </a:cubicBezTo>
                    <a:cubicBezTo>
                      <a:pt x="171847" y="152252"/>
                      <a:pt x="167104" y="144992"/>
                      <a:pt x="161174" y="139032"/>
                    </a:cubicBezTo>
                    <a:cubicBezTo>
                      <a:pt x="155245" y="133180"/>
                      <a:pt x="148453" y="128195"/>
                      <a:pt x="140906" y="124294"/>
                    </a:cubicBezTo>
                    <a:cubicBezTo>
                      <a:pt x="133360" y="120285"/>
                      <a:pt x="125813" y="116925"/>
                      <a:pt x="118158" y="114000"/>
                    </a:cubicBezTo>
                    <a:cubicBezTo>
                      <a:pt x="109749" y="110857"/>
                      <a:pt x="101772" y="107389"/>
                      <a:pt x="94009" y="103597"/>
                    </a:cubicBezTo>
                    <a:cubicBezTo>
                      <a:pt x="86247" y="99804"/>
                      <a:pt x="79886" y="95361"/>
                      <a:pt x="75035" y="90484"/>
                    </a:cubicBezTo>
                    <a:cubicBezTo>
                      <a:pt x="70184" y="85608"/>
                      <a:pt x="67704" y="79973"/>
                      <a:pt x="67704" y="73688"/>
                    </a:cubicBezTo>
                    <a:cubicBezTo>
                      <a:pt x="67488" y="64694"/>
                      <a:pt x="70723" y="57867"/>
                      <a:pt x="77191" y="53315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6053B8E-8E93-B245-61DA-D949FE3CB22B}"/>
                  </a:ext>
                </a:extLst>
              </p:cNvPr>
              <p:cNvSpPr/>
              <p:nvPr/>
            </p:nvSpPr>
            <p:spPr>
              <a:xfrm>
                <a:off x="11434600" y="1250734"/>
                <a:ext cx="184999" cy="265059"/>
              </a:xfrm>
              <a:custGeom>
                <a:avLst/>
                <a:gdLst>
                  <a:gd name="connsiteX0" fmla="*/ 52072 w 184999"/>
                  <a:gd name="connsiteY0" fmla="*/ 214670 h 265059"/>
                  <a:gd name="connsiteX1" fmla="*/ 52179 w 184999"/>
                  <a:gd name="connsiteY1" fmla="*/ 157454 h 265059"/>
                  <a:gd name="connsiteX2" fmla="*/ 165487 w 184999"/>
                  <a:gd name="connsiteY2" fmla="*/ 157454 h 265059"/>
                  <a:gd name="connsiteX3" fmla="*/ 165594 w 184999"/>
                  <a:gd name="connsiteY3" fmla="*/ 106956 h 265059"/>
                  <a:gd name="connsiteX4" fmla="*/ 52287 w 184999"/>
                  <a:gd name="connsiteY4" fmla="*/ 106956 h 265059"/>
                  <a:gd name="connsiteX5" fmla="*/ 52395 w 184999"/>
                  <a:gd name="connsiteY5" fmla="*/ 50390 h 265059"/>
                  <a:gd name="connsiteX6" fmla="*/ 180364 w 184999"/>
                  <a:gd name="connsiteY6" fmla="*/ 50390 h 265059"/>
                  <a:gd name="connsiteX7" fmla="*/ 180472 w 184999"/>
                  <a:gd name="connsiteY7" fmla="*/ 0 h 265059"/>
                  <a:gd name="connsiteX8" fmla="*/ 539 w 184999"/>
                  <a:gd name="connsiteY8" fmla="*/ 0 h 265059"/>
                  <a:gd name="connsiteX9" fmla="*/ 0 w 184999"/>
                  <a:gd name="connsiteY9" fmla="*/ 265060 h 265059"/>
                  <a:gd name="connsiteX10" fmla="*/ 184892 w 184999"/>
                  <a:gd name="connsiteY10" fmla="*/ 265060 h 265059"/>
                  <a:gd name="connsiteX11" fmla="*/ 185000 w 184999"/>
                  <a:gd name="connsiteY11" fmla="*/ 21467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999" h="265059">
                    <a:moveTo>
                      <a:pt x="52072" y="214670"/>
                    </a:moveTo>
                    <a:lnTo>
                      <a:pt x="52179" y="157454"/>
                    </a:lnTo>
                    <a:lnTo>
                      <a:pt x="165487" y="157454"/>
                    </a:lnTo>
                    <a:lnTo>
                      <a:pt x="165594" y="106956"/>
                    </a:lnTo>
                    <a:lnTo>
                      <a:pt x="52287" y="106956"/>
                    </a:lnTo>
                    <a:lnTo>
                      <a:pt x="52395" y="50390"/>
                    </a:lnTo>
                    <a:lnTo>
                      <a:pt x="180364" y="50390"/>
                    </a:lnTo>
                    <a:lnTo>
                      <a:pt x="180472" y="0"/>
                    </a:lnTo>
                    <a:lnTo>
                      <a:pt x="539" y="0"/>
                    </a:lnTo>
                    <a:lnTo>
                      <a:pt x="0" y="265060"/>
                    </a:lnTo>
                    <a:lnTo>
                      <a:pt x="184892" y="265060"/>
                    </a:lnTo>
                    <a:lnTo>
                      <a:pt x="185000" y="214670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" name="Graphic 11">
              <a:extLst>
                <a:ext uri="{FF2B5EF4-FFF2-40B4-BE49-F238E27FC236}">
                  <a16:creationId xmlns:a16="http://schemas.microsoft.com/office/drawing/2014/main" id="{938D2045-5344-CF62-8755-9DEFC579B42F}"/>
                </a:ext>
              </a:extLst>
            </p:cNvPr>
            <p:cNvGrpSpPr/>
            <p:nvPr/>
          </p:nvGrpSpPr>
          <p:grpSpPr>
            <a:xfrm>
              <a:off x="10697835" y="1541801"/>
              <a:ext cx="1210693" cy="353268"/>
              <a:chOff x="10697835" y="1541801"/>
              <a:chExt cx="1210693" cy="353268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ECCE798-9E0D-59F2-0FB0-36F86BEB2077}"/>
                  </a:ext>
                </a:extLst>
              </p:cNvPr>
              <p:cNvSpPr/>
              <p:nvPr/>
            </p:nvSpPr>
            <p:spPr>
              <a:xfrm>
                <a:off x="10697835" y="1551771"/>
                <a:ext cx="291407" cy="343299"/>
              </a:xfrm>
              <a:custGeom>
                <a:avLst/>
                <a:gdLst>
                  <a:gd name="connsiteX0" fmla="*/ 291407 w 291407"/>
                  <a:gd name="connsiteY0" fmla="*/ 163956 h 343299"/>
                  <a:gd name="connsiteX1" fmla="*/ 166996 w 291407"/>
                  <a:gd name="connsiteY1" fmla="*/ 163956 h 343299"/>
                  <a:gd name="connsiteX2" fmla="*/ 166888 w 291407"/>
                  <a:gd name="connsiteY2" fmla="*/ 227891 h 343299"/>
                  <a:gd name="connsiteX3" fmla="*/ 224566 w 291407"/>
                  <a:gd name="connsiteY3" fmla="*/ 227891 h 343299"/>
                  <a:gd name="connsiteX4" fmla="*/ 224458 w 291407"/>
                  <a:gd name="connsiteY4" fmla="*/ 268528 h 343299"/>
                  <a:gd name="connsiteX5" fmla="*/ 204513 w 291407"/>
                  <a:gd name="connsiteY5" fmla="*/ 275138 h 343299"/>
                  <a:gd name="connsiteX6" fmla="*/ 178639 w 291407"/>
                  <a:gd name="connsiteY6" fmla="*/ 277197 h 343299"/>
                  <a:gd name="connsiteX7" fmla="*/ 133899 w 291407"/>
                  <a:gd name="connsiteY7" fmla="*/ 270370 h 343299"/>
                  <a:gd name="connsiteX8" fmla="*/ 98969 w 291407"/>
                  <a:gd name="connsiteY8" fmla="*/ 250322 h 343299"/>
                  <a:gd name="connsiteX9" fmla="*/ 76113 w 291407"/>
                  <a:gd name="connsiteY9" fmla="*/ 218138 h 343299"/>
                  <a:gd name="connsiteX10" fmla="*/ 68027 w 291407"/>
                  <a:gd name="connsiteY10" fmla="*/ 175442 h 343299"/>
                  <a:gd name="connsiteX11" fmla="*/ 75358 w 291407"/>
                  <a:gd name="connsiteY11" fmla="*/ 128195 h 343299"/>
                  <a:gd name="connsiteX12" fmla="*/ 97028 w 291407"/>
                  <a:gd name="connsiteY12" fmla="*/ 94169 h 343299"/>
                  <a:gd name="connsiteX13" fmla="*/ 132281 w 291407"/>
                  <a:gd name="connsiteY13" fmla="*/ 73580 h 343299"/>
                  <a:gd name="connsiteX14" fmla="*/ 180472 w 291407"/>
                  <a:gd name="connsiteY14" fmla="*/ 66753 h 343299"/>
                  <a:gd name="connsiteX15" fmla="*/ 205484 w 291407"/>
                  <a:gd name="connsiteY15" fmla="*/ 69678 h 343299"/>
                  <a:gd name="connsiteX16" fmla="*/ 233191 w 291407"/>
                  <a:gd name="connsiteY16" fmla="*/ 77156 h 343299"/>
                  <a:gd name="connsiteX17" fmla="*/ 254968 w 291407"/>
                  <a:gd name="connsiteY17" fmla="*/ 86258 h 343299"/>
                  <a:gd name="connsiteX18" fmla="*/ 276422 w 291407"/>
                  <a:gd name="connsiteY18" fmla="*/ 24599 h 343299"/>
                  <a:gd name="connsiteX19" fmla="*/ 231034 w 291407"/>
                  <a:gd name="connsiteY19" fmla="*/ 7044 h 343299"/>
                  <a:gd name="connsiteX20" fmla="*/ 172063 w 291407"/>
                  <a:gd name="connsiteY20" fmla="*/ 0 h 343299"/>
                  <a:gd name="connsiteX21" fmla="*/ 106839 w 291407"/>
                  <a:gd name="connsiteY21" fmla="*/ 10945 h 343299"/>
                  <a:gd name="connsiteX22" fmla="*/ 51856 w 291407"/>
                  <a:gd name="connsiteY22" fmla="*/ 44538 h 343299"/>
                  <a:gd name="connsiteX23" fmla="*/ 14015 w 291407"/>
                  <a:gd name="connsiteY23" fmla="*/ 101104 h 343299"/>
                  <a:gd name="connsiteX24" fmla="*/ 0 w 291407"/>
                  <a:gd name="connsiteY24" fmla="*/ 181186 h 343299"/>
                  <a:gd name="connsiteX25" fmla="*/ 12182 w 291407"/>
                  <a:gd name="connsiteY25" fmla="*/ 245988 h 343299"/>
                  <a:gd name="connsiteX26" fmla="*/ 47436 w 291407"/>
                  <a:gd name="connsiteY26" fmla="*/ 297353 h 343299"/>
                  <a:gd name="connsiteX27" fmla="*/ 103173 w 291407"/>
                  <a:gd name="connsiteY27" fmla="*/ 331162 h 343299"/>
                  <a:gd name="connsiteX28" fmla="*/ 176699 w 291407"/>
                  <a:gd name="connsiteY28" fmla="*/ 343299 h 343299"/>
                  <a:gd name="connsiteX29" fmla="*/ 209365 w 291407"/>
                  <a:gd name="connsiteY29" fmla="*/ 339831 h 343299"/>
                  <a:gd name="connsiteX30" fmla="*/ 243217 w 291407"/>
                  <a:gd name="connsiteY30" fmla="*/ 330946 h 343299"/>
                  <a:gd name="connsiteX31" fmla="*/ 272541 w 291407"/>
                  <a:gd name="connsiteY31" fmla="*/ 318809 h 343299"/>
                  <a:gd name="connsiteX32" fmla="*/ 291192 w 291407"/>
                  <a:gd name="connsiteY32" fmla="*/ 305805 h 343299"/>
                  <a:gd name="connsiteX33" fmla="*/ 291407 w 291407"/>
                  <a:gd name="connsiteY33" fmla="*/ 163956 h 34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1407" h="343299">
                    <a:moveTo>
                      <a:pt x="291407" y="163956"/>
                    </a:moveTo>
                    <a:lnTo>
                      <a:pt x="166996" y="163956"/>
                    </a:lnTo>
                    <a:lnTo>
                      <a:pt x="166888" y="227891"/>
                    </a:lnTo>
                    <a:lnTo>
                      <a:pt x="224566" y="227891"/>
                    </a:lnTo>
                    <a:lnTo>
                      <a:pt x="224458" y="268528"/>
                    </a:lnTo>
                    <a:cubicBezTo>
                      <a:pt x="218960" y="271562"/>
                      <a:pt x="212383" y="273729"/>
                      <a:pt x="204513" y="275138"/>
                    </a:cubicBezTo>
                    <a:cubicBezTo>
                      <a:pt x="196643" y="276547"/>
                      <a:pt x="188019" y="277197"/>
                      <a:pt x="178639" y="277197"/>
                    </a:cubicBezTo>
                    <a:cubicBezTo>
                      <a:pt x="162252" y="277197"/>
                      <a:pt x="147375" y="274921"/>
                      <a:pt x="133899" y="270370"/>
                    </a:cubicBezTo>
                    <a:cubicBezTo>
                      <a:pt x="120422" y="265818"/>
                      <a:pt x="108779" y="259100"/>
                      <a:pt x="98969" y="250322"/>
                    </a:cubicBezTo>
                    <a:cubicBezTo>
                      <a:pt x="89158" y="241545"/>
                      <a:pt x="81503" y="230817"/>
                      <a:pt x="76113" y="218138"/>
                    </a:cubicBezTo>
                    <a:cubicBezTo>
                      <a:pt x="70723" y="205568"/>
                      <a:pt x="68027" y="191264"/>
                      <a:pt x="68027" y="175442"/>
                    </a:cubicBezTo>
                    <a:cubicBezTo>
                      <a:pt x="68027" y="157454"/>
                      <a:pt x="70507" y="141741"/>
                      <a:pt x="75358" y="128195"/>
                    </a:cubicBezTo>
                    <a:cubicBezTo>
                      <a:pt x="80210" y="114650"/>
                      <a:pt x="87433" y="103271"/>
                      <a:pt x="97028" y="94169"/>
                    </a:cubicBezTo>
                    <a:cubicBezTo>
                      <a:pt x="106623" y="85066"/>
                      <a:pt x="118374" y="78239"/>
                      <a:pt x="132281" y="73580"/>
                    </a:cubicBezTo>
                    <a:cubicBezTo>
                      <a:pt x="146189" y="69028"/>
                      <a:pt x="162252" y="66753"/>
                      <a:pt x="180472" y="66753"/>
                    </a:cubicBezTo>
                    <a:cubicBezTo>
                      <a:pt x="187695" y="66753"/>
                      <a:pt x="196104" y="67728"/>
                      <a:pt x="205484" y="69678"/>
                    </a:cubicBezTo>
                    <a:cubicBezTo>
                      <a:pt x="214863" y="71629"/>
                      <a:pt x="224135" y="74121"/>
                      <a:pt x="233191" y="77156"/>
                    </a:cubicBezTo>
                    <a:cubicBezTo>
                      <a:pt x="242246" y="80190"/>
                      <a:pt x="249577" y="83224"/>
                      <a:pt x="254968" y="86258"/>
                    </a:cubicBezTo>
                    <a:lnTo>
                      <a:pt x="276422" y="24599"/>
                    </a:lnTo>
                    <a:cubicBezTo>
                      <a:pt x="264024" y="17555"/>
                      <a:pt x="248931" y="11703"/>
                      <a:pt x="231034" y="7044"/>
                    </a:cubicBezTo>
                    <a:cubicBezTo>
                      <a:pt x="213138" y="2384"/>
                      <a:pt x="193517" y="0"/>
                      <a:pt x="172063" y="0"/>
                    </a:cubicBezTo>
                    <a:cubicBezTo>
                      <a:pt x="149315" y="0"/>
                      <a:pt x="127646" y="3684"/>
                      <a:pt x="106839" y="10945"/>
                    </a:cubicBezTo>
                    <a:cubicBezTo>
                      <a:pt x="86139" y="18205"/>
                      <a:pt x="67704" y="29475"/>
                      <a:pt x="51856" y="44538"/>
                    </a:cubicBezTo>
                    <a:cubicBezTo>
                      <a:pt x="35900" y="59601"/>
                      <a:pt x="23287" y="78456"/>
                      <a:pt x="14015" y="101104"/>
                    </a:cubicBezTo>
                    <a:cubicBezTo>
                      <a:pt x="4744" y="123752"/>
                      <a:pt x="108" y="150518"/>
                      <a:pt x="0" y="181186"/>
                    </a:cubicBezTo>
                    <a:cubicBezTo>
                      <a:pt x="0" y="204592"/>
                      <a:pt x="3989" y="226265"/>
                      <a:pt x="12182" y="245988"/>
                    </a:cubicBezTo>
                    <a:cubicBezTo>
                      <a:pt x="20268" y="265818"/>
                      <a:pt x="32127" y="282940"/>
                      <a:pt x="47436" y="297353"/>
                    </a:cubicBezTo>
                    <a:cubicBezTo>
                      <a:pt x="62853" y="311765"/>
                      <a:pt x="81396" y="323035"/>
                      <a:pt x="103173" y="331162"/>
                    </a:cubicBezTo>
                    <a:cubicBezTo>
                      <a:pt x="124950" y="339181"/>
                      <a:pt x="149423" y="343299"/>
                      <a:pt x="176699" y="343299"/>
                    </a:cubicBezTo>
                    <a:cubicBezTo>
                      <a:pt x="186941" y="343299"/>
                      <a:pt x="197937" y="342107"/>
                      <a:pt x="209365" y="339831"/>
                    </a:cubicBezTo>
                    <a:cubicBezTo>
                      <a:pt x="220900" y="337556"/>
                      <a:pt x="232112" y="334630"/>
                      <a:pt x="243217" y="330946"/>
                    </a:cubicBezTo>
                    <a:cubicBezTo>
                      <a:pt x="254321" y="327261"/>
                      <a:pt x="264024" y="323252"/>
                      <a:pt x="272541" y="318809"/>
                    </a:cubicBezTo>
                    <a:cubicBezTo>
                      <a:pt x="281058" y="314366"/>
                      <a:pt x="287203" y="310031"/>
                      <a:pt x="291192" y="305805"/>
                    </a:cubicBezTo>
                    <a:lnTo>
                      <a:pt x="291407" y="163956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C513AB-971F-B6B7-CB43-7B288883A4E0}"/>
                  </a:ext>
                </a:extLst>
              </p:cNvPr>
              <p:cNvSpPr/>
              <p:nvPr/>
            </p:nvSpPr>
            <p:spPr>
              <a:xfrm>
                <a:off x="10980725" y="1542343"/>
                <a:ext cx="305206" cy="349150"/>
              </a:xfrm>
              <a:custGeom>
                <a:avLst/>
                <a:gdLst>
                  <a:gd name="connsiteX0" fmla="*/ 151471 w 305206"/>
                  <a:gd name="connsiteY0" fmla="*/ 0 h 349150"/>
                  <a:gd name="connsiteX1" fmla="*/ 0 w 305206"/>
                  <a:gd name="connsiteY1" fmla="*/ 349151 h 349150"/>
                  <a:gd name="connsiteX2" fmla="*/ 64901 w 305206"/>
                  <a:gd name="connsiteY2" fmla="*/ 349151 h 349150"/>
                  <a:gd name="connsiteX3" fmla="*/ 92284 w 305206"/>
                  <a:gd name="connsiteY3" fmla="*/ 283374 h 349150"/>
                  <a:gd name="connsiteX4" fmla="*/ 203220 w 305206"/>
                  <a:gd name="connsiteY4" fmla="*/ 283374 h 349150"/>
                  <a:gd name="connsiteX5" fmla="*/ 228878 w 305206"/>
                  <a:gd name="connsiteY5" fmla="*/ 349151 h 349150"/>
                  <a:gd name="connsiteX6" fmla="*/ 305207 w 305206"/>
                  <a:gd name="connsiteY6" fmla="*/ 349151 h 349150"/>
                  <a:gd name="connsiteX7" fmla="*/ 155137 w 305206"/>
                  <a:gd name="connsiteY7" fmla="*/ 0 h 349150"/>
                  <a:gd name="connsiteX8" fmla="*/ 151471 w 305206"/>
                  <a:gd name="connsiteY8" fmla="*/ 0 h 349150"/>
                  <a:gd name="connsiteX9" fmla="*/ 115463 w 305206"/>
                  <a:gd name="connsiteY9" fmla="*/ 227674 h 349150"/>
                  <a:gd name="connsiteX10" fmla="*/ 149531 w 305206"/>
                  <a:gd name="connsiteY10" fmla="*/ 145750 h 349150"/>
                  <a:gd name="connsiteX11" fmla="*/ 181442 w 305206"/>
                  <a:gd name="connsiteY11" fmla="*/ 227674 h 349150"/>
                  <a:gd name="connsiteX12" fmla="*/ 115463 w 305206"/>
                  <a:gd name="connsiteY12" fmla="*/ 227674 h 34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206" h="349150">
                    <a:moveTo>
                      <a:pt x="151471" y="0"/>
                    </a:moveTo>
                    <a:lnTo>
                      <a:pt x="0" y="349151"/>
                    </a:lnTo>
                    <a:lnTo>
                      <a:pt x="64901" y="349151"/>
                    </a:lnTo>
                    <a:lnTo>
                      <a:pt x="92284" y="283374"/>
                    </a:lnTo>
                    <a:lnTo>
                      <a:pt x="203220" y="283374"/>
                    </a:lnTo>
                    <a:lnTo>
                      <a:pt x="228878" y="349151"/>
                    </a:lnTo>
                    <a:lnTo>
                      <a:pt x="305207" y="349151"/>
                    </a:lnTo>
                    <a:lnTo>
                      <a:pt x="155137" y="0"/>
                    </a:lnTo>
                    <a:lnTo>
                      <a:pt x="151471" y="0"/>
                    </a:lnTo>
                    <a:close/>
                    <a:moveTo>
                      <a:pt x="115463" y="227674"/>
                    </a:moveTo>
                    <a:lnTo>
                      <a:pt x="149531" y="145750"/>
                    </a:lnTo>
                    <a:lnTo>
                      <a:pt x="181442" y="227674"/>
                    </a:lnTo>
                    <a:lnTo>
                      <a:pt x="115463" y="227674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F08C29E-3135-B9BD-42FA-CC273377F2CD}"/>
                  </a:ext>
                </a:extLst>
              </p:cNvPr>
              <p:cNvSpPr/>
              <p:nvPr/>
            </p:nvSpPr>
            <p:spPr>
              <a:xfrm>
                <a:off x="11289058" y="1541801"/>
                <a:ext cx="344880" cy="349692"/>
              </a:xfrm>
              <a:custGeom>
                <a:avLst/>
                <a:gdLst>
                  <a:gd name="connsiteX0" fmla="*/ 170230 w 344880"/>
                  <a:gd name="connsiteY0" fmla="*/ 241653 h 349692"/>
                  <a:gd name="connsiteX1" fmla="*/ 1186 w 344880"/>
                  <a:gd name="connsiteY1" fmla="*/ 0 h 349692"/>
                  <a:gd name="connsiteX2" fmla="*/ 755 w 344880"/>
                  <a:gd name="connsiteY2" fmla="*/ 0 h 349692"/>
                  <a:gd name="connsiteX3" fmla="*/ 0 w 344880"/>
                  <a:gd name="connsiteY3" fmla="*/ 349693 h 349692"/>
                  <a:gd name="connsiteX4" fmla="*/ 63607 w 344880"/>
                  <a:gd name="connsiteY4" fmla="*/ 349693 h 349692"/>
                  <a:gd name="connsiteX5" fmla="*/ 63931 w 344880"/>
                  <a:gd name="connsiteY5" fmla="*/ 199283 h 349692"/>
                  <a:gd name="connsiteX6" fmla="*/ 168505 w 344880"/>
                  <a:gd name="connsiteY6" fmla="*/ 345141 h 349692"/>
                  <a:gd name="connsiteX7" fmla="*/ 169368 w 344880"/>
                  <a:gd name="connsiteY7" fmla="*/ 345141 h 349692"/>
                  <a:gd name="connsiteX8" fmla="*/ 278686 w 344880"/>
                  <a:gd name="connsiteY8" fmla="*/ 189421 h 349692"/>
                  <a:gd name="connsiteX9" fmla="*/ 278362 w 344880"/>
                  <a:gd name="connsiteY9" fmla="*/ 349693 h 349692"/>
                  <a:gd name="connsiteX10" fmla="*/ 344234 w 344880"/>
                  <a:gd name="connsiteY10" fmla="*/ 349693 h 349692"/>
                  <a:gd name="connsiteX11" fmla="*/ 344881 w 344880"/>
                  <a:gd name="connsiteY11" fmla="*/ 0 h 349692"/>
                  <a:gd name="connsiteX12" fmla="*/ 344018 w 344880"/>
                  <a:gd name="connsiteY12" fmla="*/ 0 h 34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4880" h="349692">
                    <a:moveTo>
                      <a:pt x="170230" y="241653"/>
                    </a:moveTo>
                    <a:lnTo>
                      <a:pt x="1186" y="0"/>
                    </a:lnTo>
                    <a:lnTo>
                      <a:pt x="755" y="0"/>
                    </a:lnTo>
                    <a:lnTo>
                      <a:pt x="0" y="349693"/>
                    </a:lnTo>
                    <a:lnTo>
                      <a:pt x="63607" y="349693"/>
                    </a:lnTo>
                    <a:lnTo>
                      <a:pt x="63931" y="199283"/>
                    </a:lnTo>
                    <a:lnTo>
                      <a:pt x="168505" y="345141"/>
                    </a:lnTo>
                    <a:lnTo>
                      <a:pt x="169368" y="345141"/>
                    </a:lnTo>
                    <a:lnTo>
                      <a:pt x="278686" y="189421"/>
                    </a:lnTo>
                    <a:lnTo>
                      <a:pt x="278362" y="349693"/>
                    </a:lnTo>
                    <a:lnTo>
                      <a:pt x="344234" y="349693"/>
                    </a:lnTo>
                    <a:lnTo>
                      <a:pt x="344881" y="0"/>
                    </a:lnTo>
                    <a:lnTo>
                      <a:pt x="344018" y="0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2099863-B6DA-7E1C-BA67-005DE335A3F2}"/>
                  </a:ext>
                </a:extLst>
              </p:cNvPr>
              <p:cNvSpPr/>
              <p:nvPr/>
            </p:nvSpPr>
            <p:spPr>
              <a:xfrm>
                <a:off x="11674152" y="1555563"/>
                <a:ext cx="234376" cy="335930"/>
              </a:xfrm>
              <a:custGeom>
                <a:avLst/>
                <a:gdLst>
                  <a:gd name="connsiteX0" fmla="*/ 65979 w 234376"/>
                  <a:gd name="connsiteY0" fmla="*/ 271995 h 335930"/>
                  <a:gd name="connsiteX1" fmla="*/ 66087 w 234376"/>
                  <a:gd name="connsiteY1" fmla="*/ 199391 h 335930"/>
                  <a:gd name="connsiteX2" fmla="*/ 209580 w 234376"/>
                  <a:gd name="connsiteY2" fmla="*/ 199391 h 335930"/>
                  <a:gd name="connsiteX3" fmla="*/ 209688 w 234376"/>
                  <a:gd name="connsiteY3" fmla="*/ 135564 h 335930"/>
                  <a:gd name="connsiteX4" fmla="*/ 66195 w 234376"/>
                  <a:gd name="connsiteY4" fmla="*/ 135564 h 335930"/>
                  <a:gd name="connsiteX5" fmla="*/ 66410 w 234376"/>
                  <a:gd name="connsiteY5" fmla="*/ 63827 h 335930"/>
                  <a:gd name="connsiteX6" fmla="*/ 228555 w 234376"/>
                  <a:gd name="connsiteY6" fmla="*/ 63827 h 335930"/>
                  <a:gd name="connsiteX7" fmla="*/ 228663 w 234376"/>
                  <a:gd name="connsiteY7" fmla="*/ 0 h 335930"/>
                  <a:gd name="connsiteX8" fmla="*/ 647 w 234376"/>
                  <a:gd name="connsiteY8" fmla="*/ 0 h 335930"/>
                  <a:gd name="connsiteX9" fmla="*/ 0 w 234376"/>
                  <a:gd name="connsiteY9" fmla="*/ 335930 h 335930"/>
                  <a:gd name="connsiteX10" fmla="*/ 234269 w 234376"/>
                  <a:gd name="connsiteY10" fmla="*/ 335930 h 335930"/>
                  <a:gd name="connsiteX11" fmla="*/ 234376 w 234376"/>
                  <a:gd name="connsiteY11" fmla="*/ 271995 h 335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4376" h="335930">
                    <a:moveTo>
                      <a:pt x="65979" y="271995"/>
                    </a:moveTo>
                    <a:lnTo>
                      <a:pt x="66087" y="199391"/>
                    </a:lnTo>
                    <a:lnTo>
                      <a:pt x="209580" y="199391"/>
                    </a:lnTo>
                    <a:lnTo>
                      <a:pt x="209688" y="135564"/>
                    </a:lnTo>
                    <a:lnTo>
                      <a:pt x="66195" y="135564"/>
                    </a:lnTo>
                    <a:lnTo>
                      <a:pt x="66410" y="63827"/>
                    </a:lnTo>
                    <a:lnTo>
                      <a:pt x="228555" y="63827"/>
                    </a:lnTo>
                    <a:lnTo>
                      <a:pt x="228663" y="0"/>
                    </a:lnTo>
                    <a:lnTo>
                      <a:pt x="647" y="0"/>
                    </a:lnTo>
                    <a:lnTo>
                      <a:pt x="0" y="335930"/>
                    </a:lnTo>
                    <a:lnTo>
                      <a:pt x="234269" y="335930"/>
                    </a:lnTo>
                    <a:lnTo>
                      <a:pt x="234376" y="271995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7EBDC57-C3A4-9AC5-DC2B-132949CEBE22}"/>
                </a:ext>
              </a:extLst>
            </p:cNvPr>
            <p:cNvSpPr/>
            <p:nvPr/>
          </p:nvSpPr>
          <p:spPr>
            <a:xfrm>
              <a:off x="11263250" y="1438773"/>
              <a:ext cx="459260" cy="457667"/>
            </a:xfrm>
            <a:custGeom>
              <a:avLst/>
              <a:gdLst>
                <a:gd name="connsiteX0" fmla="*/ 448635 w 459260"/>
                <a:gd name="connsiteY0" fmla="*/ 2682 h 457667"/>
                <a:gd name="connsiteX1" fmla="*/ 410471 w 459260"/>
                <a:gd name="connsiteY1" fmla="*/ 9617 h 457667"/>
                <a:gd name="connsiteX2" fmla="*/ 21927 w 459260"/>
                <a:gd name="connsiteY2" fmla="*/ 433215 h 457667"/>
                <a:gd name="connsiteX3" fmla="*/ 30013 w 459260"/>
                <a:gd name="connsiteY3" fmla="*/ 344139 h 457667"/>
                <a:gd name="connsiteX4" fmla="*/ 14596 w 459260"/>
                <a:gd name="connsiteY4" fmla="*/ 457163 h 457667"/>
                <a:gd name="connsiteX5" fmla="*/ 456074 w 459260"/>
                <a:gd name="connsiteY5" fmla="*/ 34324 h 457667"/>
                <a:gd name="connsiteX6" fmla="*/ 448635 w 459260"/>
                <a:gd name="connsiteY6" fmla="*/ 2682 h 457667"/>
                <a:gd name="connsiteX7" fmla="*/ 448635 w 459260"/>
                <a:gd name="connsiteY7" fmla="*/ 2682 h 45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9260" h="457667">
                  <a:moveTo>
                    <a:pt x="448635" y="2682"/>
                  </a:moveTo>
                  <a:cubicBezTo>
                    <a:pt x="439471" y="-2628"/>
                    <a:pt x="417155" y="81"/>
                    <a:pt x="410471" y="9617"/>
                  </a:cubicBezTo>
                  <a:cubicBezTo>
                    <a:pt x="347402" y="98801"/>
                    <a:pt x="76587" y="444701"/>
                    <a:pt x="21927" y="433215"/>
                  </a:cubicBezTo>
                  <a:cubicBezTo>
                    <a:pt x="-7612" y="427038"/>
                    <a:pt x="30013" y="344139"/>
                    <a:pt x="30013" y="344139"/>
                  </a:cubicBezTo>
                  <a:cubicBezTo>
                    <a:pt x="30013" y="344139"/>
                    <a:pt x="-25616" y="447194"/>
                    <a:pt x="14596" y="457163"/>
                  </a:cubicBezTo>
                  <a:cubicBezTo>
                    <a:pt x="54162" y="466916"/>
                    <a:pt x="216954" y="335470"/>
                    <a:pt x="456074" y="34324"/>
                  </a:cubicBezTo>
                  <a:cubicBezTo>
                    <a:pt x="463189" y="25439"/>
                    <a:pt x="457367" y="7775"/>
                    <a:pt x="448635" y="2682"/>
                  </a:cubicBezTo>
                  <a:lnTo>
                    <a:pt x="448635" y="2682"/>
                  </a:lnTo>
                  <a:close/>
                </a:path>
              </a:pathLst>
            </a:custGeom>
            <a:grpFill/>
            <a:ln w="10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aphic 11">
              <a:extLst>
                <a:ext uri="{FF2B5EF4-FFF2-40B4-BE49-F238E27FC236}">
                  <a16:creationId xmlns:a16="http://schemas.microsoft.com/office/drawing/2014/main" id="{E90FF91B-6129-0501-FC2D-BA6CF7CF3B02}"/>
                </a:ext>
              </a:extLst>
            </p:cNvPr>
            <p:cNvGrpSpPr/>
            <p:nvPr/>
          </p:nvGrpSpPr>
          <p:grpSpPr>
            <a:xfrm>
              <a:off x="11682237" y="1053553"/>
              <a:ext cx="344058" cy="400147"/>
              <a:chOff x="11682237" y="1053553"/>
              <a:chExt cx="344058" cy="400147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A848C54-A267-970A-2552-1C57522C5CED}"/>
                  </a:ext>
                </a:extLst>
              </p:cNvPr>
              <p:cNvSpPr/>
              <p:nvPr/>
            </p:nvSpPr>
            <p:spPr>
              <a:xfrm>
                <a:off x="11828249" y="1317378"/>
                <a:ext cx="79847" cy="132963"/>
              </a:xfrm>
              <a:custGeom>
                <a:avLst/>
                <a:gdLst>
                  <a:gd name="connsiteX0" fmla="*/ 79847 w 79847"/>
                  <a:gd name="connsiteY0" fmla="*/ 0 h 132963"/>
                  <a:gd name="connsiteX1" fmla="*/ 78661 w 79847"/>
                  <a:gd name="connsiteY1" fmla="*/ 5635 h 132963"/>
                  <a:gd name="connsiteX2" fmla="*/ 62059 w 79847"/>
                  <a:gd name="connsiteY2" fmla="*/ 68053 h 132963"/>
                  <a:gd name="connsiteX3" fmla="*/ 57531 w 79847"/>
                  <a:gd name="connsiteY3" fmla="*/ 77047 h 132963"/>
                  <a:gd name="connsiteX4" fmla="*/ 13868 w 79847"/>
                  <a:gd name="connsiteY4" fmla="*/ 132963 h 132963"/>
                  <a:gd name="connsiteX5" fmla="*/ 12251 w 79847"/>
                  <a:gd name="connsiteY5" fmla="*/ 128195 h 132963"/>
                  <a:gd name="connsiteX6" fmla="*/ 284 w 79847"/>
                  <a:gd name="connsiteY6" fmla="*/ 77047 h 132963"/>
                  <a:gd name="connsiteX7" fmla="*/ 2656 w 79847"/>
                  <a:gd name="connsiteY7" fmla="*/ 70004 h 132963"/>
                  <a:gd name="connsiteX8" fmla="*/ 76829 w 79847"/>
                  <a:gd name="connsiteY8" fmla="*/ 2059 h 132963"/>
                  <a:gd name="connsiteX9" fmla="*/ 79847 w 79847"/>
                  <a:gd name="connsiteY9" fmla="*/ 0 h 132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847" h="132963">
                    <a:moveTo>
                      <a:pt x="79847" y="0"/>
                    </a:moveTo>
                    <a:cubicBezTo>
                      <a:pt x="79308" y="2384"/>
                      <a:pt x="79093" y="4010"/>
                      <a:pt x="78661" y="5635"/>
                    </a:cubicBezTo>
                    <a:cubicBezTo>
                      <a:pt x="73163" y="26441"/>
                      <a:pt x="67773" y="47247"/>
                      <a:pt x="62059" y="68053"/>
                    </a:cubicBezTo>
                    <a:cubicBezTo>
                      <a:pt x="61196" y="71087"/>
                      <a:pt x="59579" y="74447"/>
                      <a:pt x="57531" y="77047"/>
                    </a:cubicBezTo>
                    <a:cubicBezTo>
                      <a:pt x="43300" y="95469"/>
                      <a:pt x="28854" y="113783"/>
                      <a:pt x="13868" y="132963"/>
                    </a:cubicBezTo>
                    <a:cubicBezTo>
                      <a:pt x="13222" y="131013"/>
                      <a:pt x="12575" y="129604"/>
                      <a:pt x="12251" y="128195"/>
                    </a:cubicBezTo>
                    <a:cubicBezTo>
                      <a:pt x="8262" y="111182"/>
                      <a:pt x="4381" y="94061"/>
                      <a:pt x="284" y="77047"/>
                    </a:cubicBezTo>
                    <a:cubicBezTo>
                      <a:pt x="-362" y="74230"/>
                      <a:pt x="-39" y="72388"/>
                      <a:pt x="2656" y="70004"/>
                    </a:cubicBezTo>
                    <a:cubicBezTo>
                      <a:pt x="27452" y="47464"/>
                      <a:pt x="52141" y="24707"/>
                      <a:pt x="76829" y="2059"/>
                    </a:cubicBezTo>
                    <a:cubicBezTo>
                      <a:pt x="77583" y="1517"/>
                      <a:pt x="78446" y="1084"/>
                      <a:pt x="79847" y="0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D043484-22FA-500D-C96B-407B411258F8}"/>
                  </a:ext>
                </a:extLst>
              </p:cNvPr>
              <p:cNvSpPr/>
              <p:nvPr/>
            </p:nvSpPr>
            <p:spPr>
              <a:xfrm>
                <a:off x="11682237" y="1228952"/>
                <a:ext cx="112336" cy="96011"/>
              </a:xfrm>
              <a:custGeom>
                <a:avLst/>
                <a:gdLst>
                  <a:gd name="connsiteX0" fmla="*/ 0 w 112336"/>
                  <a:gd name="connsiteY0" fmla="*/ 95686 h 96011"/>
                  <a:gd name="connsiteX1" fmla="*/ 45819 w 112336"/>
                  <a:gd name="connsiteY1" fmla="*/ 37277 h 96011"/>
                  <a:gd name="connsiteX2" fmla="*/ 48514 w 112336"/>
                  <a:gd name="connsiteY2" fmla="*/ 34893 h 96011"/>
                  <a:gd name="connsiteX3" fmla="*/ 112337 w 112336"/>
                  <a:gd name="connsiteY3" fmla="*/ 0 h 96011"/>
                  <a:gd name="connsiteX4" fmla="*/ 99939 w 112336"/>
                  <a:gd name="connsiteY4" fmla="*/ 23190 h 96011"/>
                  <a:gd name="connsiteX5" fmla="*/ 63607 w 112336"/>
                  <a:gd name="connsiteY5" fmla="*/ 90159 h 96011"/>
                  <a:gd name="connsiteX6" fmla="*/ 55306 w 112336"/>
                  <a:gd name="connsiteY6" fmla="*/ 95686 h 96011"/>
                  <a:gd name="connsiteX7" fmla="*/ 5067 w 112336"/>
                  <a:gd name="connsiteY7" fmla="*/ 96011 h 96011"/>
                  <a:gd name="connsiteX8" fmla="*/ 0 w 112336"/>
                  <a:gd name="connsiteY8" fmla="*/ 95686 h 96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336" h="96011">
                    <a:moveTo>
                      <a:pt x="0" y="95686"/>
                    </a:moveTo>
                    <a:cubicBezTo>
                      <a:pt x="15740" y="75639"/>
                      <a:pt x="30726" y="56458"/>
                      <a:pt x="45819" y="37277"/>
                    </a:cubicBezTo>
                    <a:cubicBezTo>
                      <a:pt x="46573" y="36302"/>
                      <a:pt x="47544" y="35435"/>
                      <a:pt x="48514" y="34893"/>
                    </a:cubicBezTo>
                    <a:cubicBezTo>
                      <a:pt x="69213" y="23515"/>
                      <a:pt x="89913" y="12245"/>
                      <a:pt x="112337" y="0"/>
                    </a:cubicBezTo>
                    <a:cubicBezTo>
                      <a:pt x="107701" y="8778"/>
                      <a:pt x="103820" y="15930"/>
                      <a:pt x="99939" y="23190"/>
                    </a:cubicBezTo>
                    <a:cubicBezTo>
                      <a:pt x="87864" y="45513"/>
                      <a:pt x="75574" y="67836"/>
                      <a:pt x="63607" y="90159"/>
                    </a:cubicBezTo>
                    <a:cubicBezTo>
                      <a:pt x="61451" y="94061"/>
                      <a:pt x="59511" y="95794"/>
                      <a:pt x="55306" y="95686"/>
                    </a:cubicBezTo>
                    <a:cubicBezTo>
                      <a:pt x="38596" y="95469"/>
                      <a:pt x="21885" y="95794"/>
                      <a:pt x="5067" y="96011"/>
                    </a:cubicBezTo>
                    <a:cubicBezTo>
                      <a:pt x="3666" y="95903"/>
                      <a:pt x="2372" y="95794"/>
                      <a:pt x="0" y="95686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218A26D-1366-B63D-3384-9DF10CA1C996}"/>
                  </a:ext>
                </a:extLst>
              </p:cNvPr>
              <p:cNvSpPr/>
              <p:nvPr/>
            </p:nvSpPr>
            <p:spPr>
              <a:xfrm>
                <a:off x="11700134" y="1398554"/>
                <a:ext cx="60696" cy="55146"/>
              </a:xfrm>
              <a:custGeom>
                <a:avLst/>
                <a:gdLst>
                  <a:gd name="connsiteX0" fmla="*/ 60696 w 60696"/>
                  <a:gd name="connsiteY0" fmla="*/ 29897 h 55146"/>
                  <a:gd name="connsiteX1" fmla="*/ 48514 w 60696"/>
                  <a:gd name="connsiteY1" fmla="*/ 55146 h 55146"/>
                  <a:gd name="connsiteX2" fmla="*/ 0 w 60696"/>
                  <a:gd name="connsiteY2" fmla="*/ 16677 h 55146"/>
                  <a:gd name="connsiteX3" fmla="*/ 20484 w 60696"/>
                  <a:gd name="connsiteY3" fmla="*/ 314 h 55146"/>
                  <a:gd name="connsiteX4" fmla="*/ 23610 w 60696"/>
                  <a:gd name="connsiteY4" fmla="*/ 531 h 55146"/>
                  <a:gd name="connsiteX5" fmla="*/ 60696 w 60696"/>
                  <a:gd name="connsiteY5" fmla="*/ 29897 h 5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696" h="55146">
                    <a:moveTo>
                      <a:pt x="60696" y="29897"/>
                    </a:moveTo>
                    <a:cubicBezTo>
                      <a:pt x="56600" y="38350"/>
                      <a:pt x="52719" y="46477"/>
                      <a:pt x="48514" y="55146"/>
                    </a:cubicBezTo>
                    <a:cubicBezTo>
                      <a:pt x="32235" y="42251"/>
                      <a:pt x="16387" y="29789"/>
                      <a:pt x="0" y="16677"/>
                    </a:cubicBezTo>
                    <a:cubicBezTo>
                      <a:pt x="7115" y="11042"/>
                      <a:pt x="13692" y="5624"/>
                      <a:pt x="20484" y="314"/>
                    </a:cubicBezTo>
                    <a:cubicBezTo>
                      <a:pt x="21238" y="-228"/>
                      <a:pt x="22856" y="-11"/>
                      <a:pt x="23610" y="531"/>
                    </a:cubicBezTo>
                    <a:cubicBezTo>
                      <a:pt x="35900" y="10283"/>
                      <a:pt x="48191" y="20036"/>
                      <a:pt x="60696" y="29897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333D4223-B12C-2A5F-8918-87D9976B077D}"/>
                  </a:ext>
                </a:extLst>
              </p:cNvPr>
              <p:cNvSpPr/>
              <p:nvPr/>
            </p:nvSpPr>
            <p:spPr>
              <a:xfrm>
                <a:off x="11735816" y="1053553"/>
                <a:ext cx="290480" cy="357894"/>
              </a:xfrm>
              <a:custGeom>
                <a:avLst/>
                <a:gdLst>
                  <a:gd name="connsiteX0" fmla="*/ 269201 w 290480"/>
                  <a:gd name="connsiteY0" fmla="*/ 932 h 357894"/>
                  <a:gd name="connsiteX1" fmla="*/ 127756 w 290480"/>
                  <a:gd name="connsiteY1" fmla="*/ 94559 h 357894"/>
                  <a:gd name="connsiteX2" fmla="*/ 81506 w 290480"/>
                  <a:gd name="connsiteY2" fmla="*/ 168031 h 357894"/>
                  <a:gd name="connsiteX3" fmla="*/ 3991 w 290480"/>
                  <a:gd name="connsiteY3" fmla="*/ 311289 h 357894"/>
                  <a:gd name="connsiteX4" fmla="*/ 6902 w 290480"/>
                  <a:gd name="connsiteY4" fmla="*/ 338488 h 357894"/>
                  <a:gd name="connsiteX5" fmla="*/ 24152 w 290480"/>
                  <a:gd name="connsiteY5" fmla="*/ 352142 h 357894"/>
                  <a:gd name="connsiteX6" fmla="*/ 56710 w 290480"/>
                  <a:gd name="connsiteY6" fmla="*/ 347482 h 357894"/>
                  <a:gd name="connsiteX7" fmla="*/ 173898 w 290480"/>
                  <a:gd name="connsiteY7" fmla="*/ 239985 h 357894"/>
                  <a:gd name="connsiteX8" fmla="*/ 227587 w 290480"/>
                  <a:gd name="connsiteY8" fmla="*/ 186453 h 357894"/>
                  <a:gd name="connsiteX9" fmla="*/ 248502 w 290480"/>
                  <a:gd name="connsiteY9" fmla="*/ 155027 h 357894"/>
                  <a:gd name="connsiteX10" fmla="*/ 290440 w 290480"/>
                  <a:gd name="connsiteY10" fmla="*/ 17512 h 357894"/>
                  <a:gd name="connsiteX11" fmla="*/ 269201 w 290480"/>
                  <a:gd name="connsiteY11" fmla="*/ 932 h 357894"/>
                  <a:gd name="connsiteX12" fmla="*/ 199018 w 290480"/>
                  <a:gd name="connsiteY12" fmla="*/ 153401 h 357894"/>
                  <a:gd name="connsiteX13" fmla="*/ 159128 w 290480"/>
                  <a:gd name="connsiteY13" fmla="*/ 113306 h 357894"/>
                  <a:gd name="connsiteX14" fmla="*/ 199018 w 290480"/>
                  <a:gd name="connsiteY14" fmla="*/ 73212 h 357894"/>
                  <a:gd name="connsiteX15" fmla="*/ 238907 w 290480"/>
                  <a:gd name="connsiteY15" fmla="*/ 113306 h 357894"/>
                  <a:gd name="connsiteX16" fmla="*/ 199018 w 290480"/>
                  <a:gd name="connsiteY16" fmla="*/ 153401 h 357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0480" h="357894">
                    <a:moveTo>
                      <a:pt x="269201" y="932"/>
                    </a:moveTo>
                    <a:cubicBezTo>
                      <a:pt x="215512" y="17079"/>
                      <a:pt x="167969" y="47204"/>
                      <a:pt x="127756" y="94559"/>
                    </a:cubicBezTo>
                    <a:cubicBezTo>
                      <a:pt x="108674" y="117099"/>
                      <a:pt x="95198" y="142565"/>
                      <a:pt x="81506" y="168031"/>
                    </a:cubicBezTo>
                    <a:cubicBezTo>
                      <a:pt x="55740" y="215819"/>
                      <a:pt x="29758" y="263500"/>
                      <a:pt x="3991" y="311289"/>
                    </a:cubicBezTo>
                    <a:cubicBezTo>
                      <a:pt x="-2261" y="322775"/>
                      <a:pt x="-1076" y="331986"/>
                      <a:pt x="6902" y="338488"/>
                    </a:cubicBezTo>
                    <a:cubicBezTo>
                      <a:pt x="12616" y="343148"/>
                      <a:pt x="18438" y="347591"/>
                      <a:pt x="24152" y="352142"/>
                    </a:cubicBezTo>
                    <a:cubicBezTo>
                      <a:pt x="35364" y="361028"/>
                      <a:pt x="43342" y="359728"/>
                      <a:pt x="56710" y="347482"/>
                    </a:cubicBezTo>
                    <a:cubicBezTo>
                      <a:pt x="95737" y="311614"/>
                      <a:pt x="134871" y="275853"/>
                      <a:pt x="173898" y="239985"/>
                    </a:cubicBezTo>
                    <a:cubicBezTo>
                      <a:pt x="192441" y="222971"/>
                      <a:pt x="211847" y="206934"/>
                      <a:pt x="227587" y="186453"/>
                    </a:cubicBezTo>
                    <a:cubicBezTo>
                      <a:pt x="234595" y="176050"/>
                      <a:pt x="242033" y="165755"/>
                      <a:pt x="248502" y="155027"/>
                    </a:cubicBezTo>
                    <a:cubicBezTo>
                      <a:pt x="275131" y="110706"/>
                      <a:pt x="288176" y="64651"/>
                      <a:pt x="290440" y="17512"/>
                    </a:cubicBezTo>
                    <a:cubicBezTo>
                      <a:pt x="291194" y="4833"/>
                      <a:pt x="281384" y="-2752"/>
                      <a:pt x="269201" y="932"/>
                    </a:cubicBezTo>
                    <a:close/>
                    <a:moveTo>
                      <a:pt x="199018" y="153401"/>
                    </a:moveTo>
                    <a:cubicBezTo>
                      <a:pt x="176917" y="153401"/>
                      <a:pt x="159128" y="135413"/>
                      <a:pt x="159128" y="113306"/>
                    </a:cubicBezTo>
                    <a:cubicBezTo>
                      <a:pt x="159128" y="91092"/>
                      <a:pt x="177025" y="73212"/>
                      <a:pt x="199018" y="73212"/>
                    </a:cubicBezTo>
                    <a:cubicBezTo>
                      <a:pt x="221118" y="73212"/>
                      <a:pt x="238907" y="91200"/>
                      <a:pt x="238907" y="113306"/>
                    </a:cubicBezTo>
                    <a:cubicBezTo>
                      <a:pt x="239015" y="135521"/>
                      <a:pt x="221118" y="153401"/>
                      <a:pt x="199018" y="153401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457184-733E-38AF-C031-ABAB22C0D7CA}"/>
              </a:ext>
            </a:extLst>
          </p:cNvPr>
          <p:cNvCxnSpPr/>
          <p:nvPr userDrawn="1"/>
        </p:nvCxnSpPr>
        <p:spPr>
          <a:xfrm flipV="1">
            <a:off x="11296561" y="240352"/>
            <a:ext cx="0" cy="39165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4EC9360-2927-6E76-9F68-D9B4ABE800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72238D4A-1B4A-3952-C087-BA008C449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4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493338"/>
            <a:ext cx="11397203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847C3-C1E3-FC0E-6063-2006DE1133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07" y="945435"/>
            <a:ext cx="11396989" cy="417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4D72E61-C6ED-3F29-DBFD-1D30B826D7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2902715-571E-659B-EC8E-CC22539846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0315" y="203954"/>
            <a:ext cx="1328277" cy="421645"/>
          </a:xfrm>
          <a:prstGeom prst="rect">
            <a:avLst/>
          </a:prstGeom>
        </p:spPr>
      </p:pic>
      <p:grpSp>
        <p:nvGrpSpPr>
          <p:cNvPr id="4" name="Graphic 11">
            <a:extLst>
              <a:ext uri="{FF2B5EF4-FFF2-40B4-BE49-F238E27FC236}">
                <a16:creationId xmlns:a16="http://schemas.microsoft.com/office/drawing/2014/main" id="{2D2136D7-95F2-DDFE-874C-4EF13A9C718C}"/>
              </a:ext>
            </a:extLst>
          </p:cNvPr>
          <p:cNvGrpSpPr/>
          <p:nvPr userDrawn="1"/>
        </p:nvGrpSpPr>
        <p:grpSpPr>
          <a:xfrm>
            <a:off x="11454707" y="219988"/>
            <a:ext cx="550212" cy="349100"/>
            <a:chOff x="10697835" y="1053553"/>
            <a:chExt cx="1328461" cy="842887"/>
          </a:xfrm>
          <a:solidFill>
            <a:schemeClr val="tx1"/>
          </a:solidFill>
        </p:grpSpPr>
        <p:grpSp>
          <p:nvGrpSpPr>
            <p:cNvPr id="5" name="Graphic 11">
              <a:extLst>
                <a:ext uri="{FF2B5EF4-FFF2-40B4-BE49-F238E27FC236}">
                  <a16:creationId xmlns:a16="http://schemas.microsoft.com/office/drawing/2014/main" id="{CF535455-4FF1-B9E6-C6FE-95E6A93A3DDA}"/>
                </a:ext>
              </a:extLst>
            </p:cNvPr>
            <p:cNvGrpSpPr/>
            <p:nvPr/>
          </p:nvGrpSpPr>
          <p:grpSpPr>
            <a:xfrm>
              <a:off x="11359350" y="1544944"/>
              <a:ext cx="150824" cy="68486"/>
              <a:chOff x="11359350" y="1544944"/>
              <a:chExt cx="150824" cy="68486"/>
            </a:xfrm>
            <a:grpFill/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82B49C2-EF12-80C2-F7F0-854D71EFEFCD}"/>
                  </a:ext>
                </a:extLst>
              </p:cNvPr>
              <p:cNvSpPr/>
              <p:nvPr/>
            </p:nvSpPr>
            <p:spPr>
              <a:xfrm>
                <a:off x="11359350" y="1544944"/>
                <a:ext cx="50670" cy="68269"/>
              </a:xfrm>
              <a:custGeom>
                <a:avLst/>
                <a:gdLst>
                  <a:gd name="connsiteX0" fmla="*/ 20807 w 50670"/>
                  <a:gd name="connsiteY0" fmla="*/ 7477 h 68269"/>
                  <a:gd name="connsiteX1" fmla="*/ 0 w 50670"/>
                  <a:gd name="connsiteY1" fmla="*/ 7477 h 68269"/>
                  <a:gd name="connsiteX2" fmla="*/ 0 w 50670"/>
                  <a:gd name="connsiteY2" fmla="*/ 0 h 68269"/>
                  <a:gd name="connsiteX3" fmla="*/ 50670 w 50670"/>
                  <a:gd name="connsiteY3" fmla="*/ 108 h 68269"/>
                  <a:gd name="connsiteX4" fmla="*/ 50670 w 50670"/>
                  <a:gd name="connsiteY4" fmla="*/ 7586 h 68269"/>
                  <a:gd name="connsiteX5" fmla="*/ 29755 w 50670"/>
                  <a:gd name="connsiteY5" fmla="*/ 7586 h 68269"/>
                  <a:gd name="connsiteX6" fmla="*/ 29863 w 50670"/>
                  <a:gd name="connsiteY6" fmla="*/ 68270 h 68269"/>
                  <a:gd name="connsiteX7" fmla="*/ 20915 w 50670"/>
                  <a:gd name="connsiteY7" fmla="*/ 68270 h 68269"/>
                  <a:gd name="connsiteX8" fmla="*/ 20807 w 50670"/>
                  <a:gd name="connsiteY8" fmla="*/ 7477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670" h="68269">
                    <a:moveTo>
                      <a:pt x="20807" y="7477"/>
                    </a:moveTo>
                    <a:lnTo>
                      <a:pt x="0" y="7477"/>
                    </a:lnTo>
                    <a:lnTo>
                      <a:pt x="0" y="0"/>
                    </a:lnTo>
                    <a:lnTo>
                      <a:pt x="50670" y="108"/>
                    </a:lnTo>
                    <a:lnTo>
                      <a:pt x="50670" y="7586"/>
                    </a:lnTo>
                    <a:lnTo>
                      <a:pt x="29755" y="7586"/>
                    </a:lnTo>
                    <a:lnTo>
                      <a:pt x="29863" y="68270"/>
                    </a:lnTo>
                    <a:lnTo>
                      <a:pt x="20915" y="68270"/>
                    </a:lnTo>
                    <a:lnTo>
                      <a:pt x="20807" y="7477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19BC2CE-0DEC-C32F-F67C-C9D19E7D2883}"/>
                  </a:ext>
                </a:extLst>
              </p:cNvPr>
              <p:cNvSpPr/>
              <p:nvPr/>
            </p:nvSpPr>
            <p:spPr>
              <a:xfrm>
                <a:off x="11411529" y="1545052"/>
                <a:ext cx="50993" cy="68269"/>
              </a:xfrm>
              <a:custGeom>
                <a:avLst/>
                <a:gdLst>
                  <a:gd name="connsiteX0" fmla="*/ 8840 w 50993"/>
                  <a:gd name="connsiteY0" fmla="*/ 0 h 68269"/>
                  <a:gd name="connsiteX1" fmla="*/ 8840 w 50993"/>
                  <a:gd name="connsiteY1" fmla="*/ 28500 h 68269"/>
                  <a:gd name="connsiteX2" fmla="*/ 41938 w 50993"/>
                  <a:gd name="connsiteY2" fmla="*/ 28608 h 68269"/>
                  <a:gd name="connsiteX3" fmla="*/ 41938 w 50993"/>
                  <a:gd name="connsiteY3" fmla="*/ 108 h 68269"/>
                  <a:gd name="connsiteX4" fmla="*/ 50886 w 50993"/>
                  <a:gd name="connsiteY4" fmla="*/ 108 h 68269"/>
                  <a:gd name="connsiteX5" fmla="*/ 50994 w 50993"/>
                  <a:gd name="connsiteY5" fmla="*/ 68270 h 68269"/>
                  <a:gd name="connsiteX6" fmla="*/ 42045 w 50993"/>
                  <a:gd name="connsiteY6" fmla="*/ 68270 h 68269"/>
                  <a:gd name="connsiteX7" fmla="*/ 42045 w 50993"/>
                  <a:gd name="connsiteY7" fmla="*/ 36302 h 68269"/>
                  <a:gd name="connsiteX8" fmla="*/ 8948 w 50993"/>
                  <a:gd name="connsiteY8" fmla="*/ 36194 h 68269"/>
                  <a:gd name="connsiteX9" fmla="*/ 8948 w 50993"/>
                  <a:gd name="connsiteY9" fmla="*/ 68161 h 68269"/>
                  <a:gd name="connsiteX10" fmla="*/ 108 w 50993"/>
                  <a:gd name="connsiteY10" fmla="*/ 68161 h 68269"/>
                  <a:gd name="connsiteX11" fmla="*/ 0 w 50993"/>
                  <a:gd name="connsiteY11" fmla="*/ 0 h 68269"/>
                  <a:gd name="connsiteX12" fmla="*/ 8840 w 50993"/>
                  <a:gd name="connsiteY12" fmla="*/ 0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993" h="68269">
                    <a:moveTo>
                      <a:pt x="8840" y="0"/>
                    </a:moveTo>
                    <a:lnTo>
                      <a:pt x="8840" y="28500"/>
                    </a:lnTo>
                    <a:lnTo>
                      <a:pt x="41938" y="28608"/>
                    </a:lnTo>
                    <a:lnTo>
                      <a:pt x="41938" y="108"/>
                    </a:lnTo>
                    <a:lnTo>
                      <a:pt x="50886" y="108"/>
                    </a:lnTo>
                    <a:lnTo>
                      <a:pt x="50994" y="68270"/>
                    </a:lnTo>
                    <a:lnTo>
                      <a:pt x="42045" y="68270"/>
                    </a:lnTo>
                    <a:lnTo>
                      <a:pt x="42045" y="36302"/>
                    </a:lnTo>
                    <a:lnTo>
                      <a:pt x="8948" y="36194"/>
                    </a:lnTo>
                    <a:lnTo>
                      <a:pt x="8948" y="68161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8840" y="0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D98C38A-E0B5-2CB2-41B0-AC3772F92E46}"/>
                  </a:ext>
                </a:extLst>
              </p:cNvPr>
              <p:cNvSpPr/>
              <p:nvPr/>
            </p:nvSpPr>
            <p:spPr>
              <a:xfrm>
                <a:off x="11471579" y="1545160"/>
                <a:ext cx="38595" cy="68269"/>
              </a:xfrm>
              <a:custGeom>
                <a:avLst/>
                <a:gdLst>
                  <a:gd name="connsiteX0" fmla="*/ 35577 w 38595"/>
                  <a:gd name="connsiteY0" fmla="*/ 36302 h 68269"/>
                  <a:gd name="connsiteX1" fmla="*/ 8948 w 38595"/>
                  <a:gd name="connsiteY1" fmla="*/ 36194 h 68269"/>
                  <a:gd name="connsiteX2" fmla="*/ 8948 w 38595"/>
                  <a:gd name="connsiteY2" fmla="*/ 60793 h 68269"/>
                  <a:gd name="connsiteX3" fmla="*/ 38596 w 38595"/>
                  <a:gd name="connsiteY3" fmla="*/ 60901 h 68269"/>
                  <a:gd name="connsiteX4" fmla="*/ 38596 w 38595"/>
                  <a:gd name="connsiteY4" fmla="*/ 68270 h 68269"/>
                  <a:gd name="connsiteX5" fmla="*/ 108 w 38595"/>
                  <a:gd name="connsiteY5" fmla="*/ 68161 h 68269"/>
                  <a:gd name="connsiteX6" fmla="*/ 0 w 38595"/>
                  <a:gd name="connsiteY6" fmla="*/ 0 h 68269"/>
                  <a:gd name="connsiteX7" fmla="*/ 36978 w 38595"/>
                  <a:gd name="connsiteY7" fmla="*/ 108 h 68269"/>
                  <a:gd name="connsiteX8" fmla="*/ 36978 w 38595"/>
                  <a:gd name="connsiteY8" fmla="*/ 7477 h 68269"/>
                  <a:gd name="connsiteX9" fmla="*/ 8840 w 38595"/>
                  <a:gd name="connsiteY9" fmla="*/ 7369 h 68269"/>
                  <a:gd name="connsiteX10" fmla="*/ 8840 w 38595"/>
                  <a:gd name="connsiteY10" fmla="*/ 28933 h 68269"/>
                  <a:gd name="connsiteX11" fmla="*/ 35469 w 38595"/>
                  <a:gd name="connsiteY11" fmla="*/ 29042 h 68269"/>
                  <a:gd name="connsiteX12" fmla="*/ 35469 w 38595"/>
                  <a:gd name="connsiteY12" fmla="*/ 36302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595" h="68269">
                    <a:moveTo>
                      <a:pt x="35577" y="36302"/>
                    </a:moveTo>
                    <a:lnTo>
                      <a:pt x="8948" y="36194"/>
                    </a:lnTo>
                    <a:lnTo>
                      <a:pt x="8948" y="60793"/>
                    </a:lnTo>
                    <a:lnTo>
                      <a:pt x="38596" y="60901"/>
                    </a:lnTo>
                    <a:lnTo>
                      <a:pt x="38596" y="68270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36978" y="108"/>
                    </a:lnTo>
                    <a:lnTo>
                      <a:pt x="36978" y="7477"/>
                    </a:lnTo>
                    <a:lnTo>
                      <a:pt x="8840" y="7369"/>
                    </a:lnTo>
                    <a:lnTo>
                      <a:pt x="8840" y="28933"/>
                    </a:lnTo>
                    <a:lnTo>
                      <a:pt x="35469" y="29042"/>
                    </a:lnTo>
                    <a:lnTo>
                      <a:pt x="35469" y="36302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11">
              <a:extLst>
                <a:ext uri="{FF2B5EF4-FFF2-40B4-BE49-F238E27FC236}">
                  <a16:creationId xmlns:a16="http://schemas.microsoft.com/office/drawing/2014/main" id="{94C89D28-16C6-00E1-0F5A-B4E67679EC39}"/>
                </a:ext>
              </a:extLst>
            </p:cNvPr>
            <p:cNvGrpSpPr/>
            <p:nvPr/>
          </p:nvGrpSpPr>
          <p:grpSpPr>
            <a:xfrm>
              <a:off x="10725110" y="1240331"/>
              <a:ext cx="894489" cy="278388"/>
              <a:chOff x="10725110" y="1240331"/>
              <a:chExt cx="894489" cy="278388"/>
            </a:xfrm>
            <a:grpFill/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7C54DB9-B5E6-54F9-6CB1-52D1A24146E0}"/>
                  </a:ext>
                </a:extLst>
              </p:cNvPr>
              <p:cNvSpPr/>
              <p:nvPr/>
            </p:nvSpPr>
            <p:spPr>
              <a:xfrm>
                <a:off x="10725110" y="1240331"/>
                <a:ext cx="428216" cy="275571"/>
              </a:xfrm>
              <a:custGeom>
                <a:avLst/>
                <a:gdLst>
                  <a:gd name="connsiteX0" fmla="*/ 307040 w 428216"/>
                  <a:gd name="connsiteY0" fmla="*/ 0 h 275571"/>
                  <a:gd name="connsiteX1" fmla="*/ 193732 w 428216"/>
                  <a:gd name="connsiteY1" fmla="*/ 261159 h 275571"/>
                  <a:gd name="connsiteX2" fmla="*/ 141661 w 428216"/>
                  <a:gd name="connsiteY2" fmla="*/ 179235 h 275571"/>
                  <a:gd name="connsiteX3" fmla="*/ 162791 w 428216"/>
                  <a:gd name="connsiteY3" fmla="*/ 161788 h 275571"/>
                  <a:gd name="connsiteX4" fmla="*/ 178639 w 428216"/>
                  <a:gd name="connsiteY4" fmla="*/ 132205 h 275571"/>
                  <a:gd name="connsiteX5" fmla="*/ 183598 w 428216"/>
                  <a:gd name="connsiteY5" fmla="*/ 99804 h 275571"/>
                  <a:gd name="connsiteX6" fmla="*/ 176914 w 428216"/>
                  <a:gd name="connsiteY6" fmla="*/ 62851 h 275571"/>
                  <a:gd name="connsiteX7" fmla="*/ 157077 w 428216"/>
                  <a:gd name="connsiteY7" fmla="*/ 34785 h 275571"/>
                  <a:gd name="connsiteX8" fmla="*/ 124735 w 428216"/>
                  <a:gd name="connsiteY8" fmla="*/ 16797 h 275571"/>
                  <a:gd name="connsiteX9" fmla="*/ 80641 w 428216"/>
                  <a:gd name="connsiteY9" fmla="*/ 10511 h 275571"/>
                  <a:gd name="connsiteX10" fmla="*/ 647 w 428216"/>
                  <a:gd name="connsiteY10" fmla="*/ 10511 h 275571"/>
                  <a:gd name="connsiteX11" fmla="*/ 0 w 428216"/>
                  <a:gd name="connsiteY11" fmla="*/ 275463 h 275571"/>
                  <a:gd name="connsiteX12" fmla="*/ 51964 w 428216"/>
                  <a:gd name="connsiteY12" fmla="*/ 275463 h 275571"/>
                  <a:gd name="connsiteX13" fmla="*/ 52179 w 428216"/>
                  <a:gd name="connsiteY13" fmla="*/ 191264 h 275571"/>
                  <a:gd name="connsiteX14" fmla="*/ 86786 w 428216"/>
                  <a:gd name="connsiteY14" fmla="*/ 191264 h 275571"/>
                  <a:gd name="connsiteX15" fmla="*/ 142308 w 428216"/>
                  <a:gd name="connsiteY15" fmla="*/ 275571 h 275571"/>
                  <a:gd name="connsiteX16" fmla="*/ 187480 w 428216"/>
                  <a:gd name="connsiteY16" fmla="*/ 275571 h 275571"/>
                  <a:gd name="connsiteX17" fmla="*/ 202896 w 428216"/>
                  <a:gd name="connsiteY17" fmla="*/ 275571 h 275571"/>
                  <a:gd name="connsiteX18" fmla="*/ 238689 w 428216"/>
                  <a:gd name="connsiteY18" fmla="*/ 275571 h 275571"/>
                  <a:gd name="connsiteX19" fmla="*/ 260251 w 428216"/>
                  <a:gd name="connsiteY19" fmla="*/ 223665 h 275571"/>
                  <a:gd name="connsiteX20" fmla="*/ 347791 w 428216"/>
                  <a:gd name="connsiteY20" fmla="*/ 223665 h 275571"/>
                  <a:gd name="connsiteX21" fmla="*/ 368059 w 428216"/>
                  <a:gd name="connsiteY21" fmla="*/ 275571 h 275571"/>
                  <a:gd name="connsiteX22" fmla="*/ 428217 w 428216"/>
                  <a:gd name="connsiteY22" fmla="*/ 275571 h 275571"/>
                  <a:gd name="connsiteX23" fmla="*/ 309843 w 428216"/>
                  <a:gd name="connsiteY23" fmla="*/ 0 h 275571"/>
                  <a:gd name="connsiteX24" fmla="*/ 307040 w 428216"/>
                  <a:gd name="connsiteY24" fmla="*/ 0 h 275571"/>
                  <a:gd name="connsiteX25" fmla="*/ 52395 w 428216"/>
                  <a:gd name="connsiteY25" fmla="*/ 60793 h 275571"/>
                  <a:gd name="connsiteX26" fmla="*/ 89697 w 428216"/>
                  <a:gd name="connsiteY26" fmla="*/ 60793 h 275571"/>
                  <a:gd name="connsiteX27" fmla="*/ 111367 w 428216"/>
                  <a:gd name="connsiteY27" fmla="*/ 65452 h 275571"/>
                  <a:gd name="connsiteX28" fmla="*/ 123333 w 428216"/>
                  <a:gd name="connsiteY28" fmla="*/ 76939 h 275571"/>
                  <a:gd name="connsiteX29" fmla="*/ 128508 w 428216"/>
                  <a:gd name="connsiteY29" fmla="*/ 90484 h 275571"/>
                  <a:gd name="connsiteX30" fmla="*/ 129694 w 428216"/>
                  <a:gd name="connsiteY30" fmla="*/ 101429 h 275571"/>
                  <a:gd name="connsiteX31" fmla="*/ 127646 w 428216"/>
                  <a:gd name="connsiteY31" fmla="*/ 113891 h 275571"/>
                  <a:gd name="connsiteX32" fmla="*/ 121177 w 428216"/>
                  <a:gd name="connsiteY32" fmla="*/ 126678 h 275571"/>
                  <a:gd name="connsiteX33" fmla="*/ 108779 w 428216"/>
                  <a:gd name="connsiteY33" fmla="*/ 136756 h 275571"/>
                  <a:gd name="connsiteX34" fmla="*/ 89050 w 428216"/>
                  <a:gd name="connsiteY34" fmla="*/ 140766 h 275571"/>
                  <a:gd name="connsiteX35" fmla="*/ 52179 w 428216"/>
                  <a:gd name="connsiteY35" fmla="*/ 140766 h 275571"/>
                  <a:gd name="connsiteX36" fmla="*/ 52395 w 428216"/>
                  <a:gd name="connsiteY36" fmla="*/ 60793 h 275571"/>
                  <a:gd name="connsiteX37" fmla="*/ 278578 w 428216"/>
                  <a:gd name="connsiteY37" fmla="*/ 179669 h 275571"/>
                  <a:gd name="connsiteX38" fmla="*/ 305530 w 428216"/>
                  <a:gd name="connsiteY38" fmla="*/ 115083 h 275571"/>
                  <a:gd name="connsiteX39" fmla="*/ 330758 w 428216"/>
                  <a:gd name="connsiteY39" fmla="*/ 179669 h 275571"/>
                  <a:gd name="connsiteX40" fmla="*/ 278578 w 428216"/>
                  <a:gd name="connsiteY40" fmla="*/ 179669 h 27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428216" h="275571">
                    <a:moveTo>
                      <a:pt x="307040" y="0"/>
                    </a:moveTo>
                    <a:lnTo>
                      <a:pt x="193732" y="261159"/>
                    </a:lnTo>
                    <a:lnTo>
                      <a:pt x="141661" y="179235"/>
                    </a:lnTo>
                    <a:cubicBezTo>
                      <a:pt x="150070" y="174467"/>
                      <a:pt x="157185" y="168615"/>
                      <a:pt x="162791" y="161788"/>
                    </a:cubicBezTo>
                    <a:cubicBezTo>
                      <a:pt x="170122" y="152902"/>
                      <a:pt x="175405" y="143041"/>
                      <a:pt x="178639" y="132205"/>
                    </a:cubicBezTo>
                    <a:cubicBezTo>
                      <a:pt x="181874" y="121368"/>
                      <a:pt x="183491" y="110640"/>
                      <a:pt x="183598" y="99804"/>
                    </a:cubicBezTo>
                    <a:cubicBezTo>
                      <a:pt x="183598" y="86150"/>
                      <a:pt x="181334" y="73796"/>
                      <a:pt x="176914" y="62851"/>
                    </a:cubicBezTo>
                    <a:cubicBezTo>
                      <a:pt x="172386" y="51907"/>
                      <a:pt x="165810" y="42587"/>
                      <a:pt x="157077" y="34785"/>
                    </a:cubicBezTo>
                    <a:cubicBezTo>
                      <a:pt x="148345" y="26983"/>
                      <a:pt x="137564" y="21023"/>
                      <a:pt x="124735" y="16797"/>
                    </a:cubicBezTo>
                    <a:cubicBezTo>
                      <a:pt x="111798" y="12570"/>
                      <a:pt x="97136" y="10511"/>
                      <a:pt x="80641" y="10511"/>
                    </a:cubicBezTo>
                    <a:lnTo>
                      <a:pt x="647" y="10511"/>
                    </a:lnTo>
                    <a:lnTo>
                      <a:pt x="0" y="275463"/>
                    </a:lnTo>
                    <a:lnTo>
                      <a:pt x="51964" y="275463"/>
                    </a:lnTo>
                    <a:lnTo>
                      <a:pt x="52179" y="191264"/>
                    </a:lnTo>
                    <a:lnTo>
                      <a:pt x="86786" y="191264"/>
                    </a:lnTo>
                    <a:lnTo>
                      <a:pt x="142308" y="275571"/>
                    </a:lnTo>
                    <a:lnTo>
                      <a:pt x="187480" y="275571"/>
                    </a:lnTo>
                    <a:lnTo>
                      <a:pt x="202896" y="275571"/>
                    </a:lnTo>
                    <a:lnTo>
                      <a:pt x="238689" y="275571"/>
                    </a:lnTo>
                    <a:lnTo>
                      <a:pt x="260251" y="223665"/>
                    </a:lnTo>
                    <a:lnTo>
                      <a:pt x="347791" y="223665"/>
                    </a:lnTo>
                    <a:lnTo>
                      <a:pt x="368059" y="275571"/>
                    </a:lnTo>
                    <a:lnTo>
                      <a:pt x="428217" y="275571"/>
                    </a:lnTo>
                    <a:lnTo>
                      <a:pt x="309843" y="0"/>
                    </a:lnTo>
                    <a:lnTo>
                      <a:pt x="307040" y="0"/>
                    </a:lnTo>
                    <a:close/>
                    <a:moveTo>
                      <a:pt x="52395" y="60793"/>
                    </a:moveTo>
                    <a:lnTo>
                      <a:pt x="89697" y="60793"/>
                    </a:lnTo>
                    <a:cubicBezTo>
                      <a:pt x="98753" y="60793"/>
                      <a:pt x="105976" y="62310"/>
                      <a:pt x="111367" y="65452"/>
                    </a:cubicBezTo>
                    <a:cubicBezTo>
                      <a:pt x="116757" y="68595"/>
                      <a:pt x="120746" y="72388"/>
                      <a:pt x="123333" y="76939"/>
                    </a:cubicBezTo>
                    <a:cubicBezTo>
                      <a:pt x="125921" y="81490"/>
                      <a:pt x="127646" y="86042"/>
                      <a:pt x="128508" y="90484"/>
                    </a:cubicBezTo>
                    <a:cubicBezTo>
                      <a:pt x="129371" y="94927"/>
                      <a:pt x="129802" y="98612"/>
                      <a:pt x="129694" y="101429"/>
                    </a:cubicBezTo>
                    <a:cubicBezTo>
                      <a:pt x="129694" y="105330"/>
                      <a:pt x="129047" y="109448"/>
                      <a:pt x="127646" y="113891"/>
                    </a:cubicBezTo>
                    <a:cubicBezTo>
                      <a:pt x="126352" y="118334"/>
                      <a:pt x="124196" y="122560"/>
                      <a:pt x="121177" y="126678"/>
                    </a:cubicBezTo>
                    <a:cubicBezTo>
                      <a:pt x="118158" y="130796"/>
                      <a:pt x="114062" y="134155"/>
                      <a:pt x="108779" y="136756"/>
                    </a:cubicBezTo>
                    <a:cubicBezTo>
                      <a:pt x="103497" y="139357"/>
                      <a:pt x="96920" y="140766"/>
                      <a:pt x="89050" y="140766"/>
                    </a:cubicBezTo>
                    <a:lnTo>
                      <a:pt x="52179" y="140766"/>
                    </a:lnTo>
                    <a:lnTo>
                      <a:pt x="52395" y="60793"/>
                    </a:lnTo>
                    <a:close/>
                    <a:moveTo>
                      <a:pt x="278578" y="179669"/>
                    </a:moveTo>
                    <a:lnTo>
                      <a:pt x="305530" y="115083"/>
                    </a:lnTo>
                    <a:lnTo>
                      <a:pt x="330758" y="179669"/>
                    </a:lnTo>
                    <a:lnTo>
                      <a:pt x="278578" y="179669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981A57B-6A18-AC88-85EB-A4D7810C40C0}"/>
                  </a:ext>
                </a:extLst>
              </p:cNvPr>
              <p:cNvSpPr/>
              <p:nvPr/>
            </p:nvSpPr>
            <p:spPr>
              <a:xfrm>
                <a:off x="11163030" y="1250734"/>
                <a:ext cx="52502" cy="265059"/>
              </a:xfrm>
              <a:custGeom>
                <a:avLst/>
                <a:gdLst>
                  <a:gd name="connsiteX0" fmla="*/ 0 w 52502"/>
                  <a:gd name="connsiteY0" fmla="*/ 265060 h 265059"/>
                  <a:gd name="connsiteX1" fmla="*/ 51964 w 52502"/>
                  <a:gd name="connsiteY1" fmla="*/ 265060 h 265059"/>
                  <a:gd name="connsiteX2" fmla="*/ 52503 w 52502"/>
                  <a:gd name="connsiteY2" fmla="*/ 0 h 265059"/>
                  <a:gd name="connsiteX3" fmla="*/ 539 w 52502"/>
                  <a:gd name="connsiteY3" fmla="*/ 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02" h="265059">
                    <a:moveTo>
                      <a:pt x="0" y="265060"/>
                    </a:moveTo>
                    <a:lnTo>
                      <a:pt x="51964" y="265060"/>
                    </a:lnTo>
                    <a:lnTo>
                      <a:pt x="52503" y="0"/>
                    </a:lnTo>
                    <a:lnTo>
                      <a:pt x="539" y="0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5E4C79B-CBAA-A488-9A03-E05D24FCDE3C}"/>
                  </a:ext>
                </a:extLst>
              </p:cNvPr>
              <p:cNvSpPr/>
              <p:nvPr/>
            </p:nvSpPr>
            <p:spPr>
              <a:xfrm>
                <a:off x="11232135" y="1249325"/>
                <a:ext cx="183382" cy="269394"/>
              </a:xfrm>
              <a:custGeom>
                <a:avLst/>
                <a:gdLst>
                  <a:gd name="connsiteX0" fmla="*/ 77191 w 183382"/>
                  <a:gd name="connsiteY0" fmla="*/ 53315 h 269394"/>
                  <a:gd name="connsiteX1" fmla="*/ 103712 w 183382"/>
                  <a:gd name="connsiteY1" fmla="*/ 46488 h 269394"/>
                  <a:gd name="connsiteX2" fmla="*/ 132928 w 183382"/>
                  <a:gd name="connsiteY2" fmla="*/ 51907 h 269394"/>
                  <a:gd name="connsiteX3" fmla="*/ 163546 w 183382"/>
                  <a:gd name="connsiteY3" fmla="*/ 65561 h 269394"/>
                  <a:gd name="connsiteX4" fmla="*/ 183383 w 183382"/>
                  <a:gd name="connsiteY4" fmla="*/ 25574 h 269394"/>
                  <a:gd name="connsiteX5" fmla="*/ 147806 w 183382"/>
                  <a:gd name="connsiteY5" fmla="*/ 7586 h 269394"/>
                  <a:gd name="connsiteX6" fmla="*/ 96058 w 183382"/>
                  <a:gd name="connsiteY6" fmla="*/ 0 h 269394"/>
                  <a:gd name="connsiteX7" fmla="*/ 53042 w 183382"/>
                  <a:gd name="connsiteY7" fmla="*/ 10945 h 269394"/>
                  <a:gd name="connsiteX8" fmla="*/ 24149 w 183382"/>
                  <a:gd name="connsiteY8" fmla="*/ 37819 h 269394"/>
                  <a:gd name="connsiteX9" fmla="*/ 13907 w 183382"/>
                  <a:gd name="connsiteY9" fmla="*/ 77806 h 269394"/>
                  <a:gd name="connsiteX10" fmla="*/ 20807 w 183382"/>
                  <a:gd name="connsiteY10" fmla="*/ 109990 h 269394"/>
                  <a:gd name="connsiteX11" fmla="*/ 39027 w 183382"/>
                  <a:gd name="connsiteY11" fmla="*/ 131988 h 269394"/>
                  <a:gd name="connsiteX12" fmla="*/ 63176 w 183382"/>
                  <a:gd name="connsiteY12" fmla="*/ 146942 h 269394"/>
                  <a:gd name="connsiteX13" fmla="*/ 88188 w 183382"/>
                  <a:gd name="connsiteY13" fmla="*/ 157779 h 269394"/>
                  <a:gd name="connsiteX14" fmla="*/ 107378 w 183382"/>
                  <a:gd name="connsiteY14" fmla="*/ 167098 h 269394"/>
                  <a:gd name="connsiteX15" fmla="*/ 121285 w 183382"/>
                  <a:gd name="connsiteY15" fmla="*/ 179018 h 269394"/>
                  <a:gd name="connsiteX16" fmla="*/ 126460 w 183382"/>
                  <a:gd name="connsiteY16" fmla="*/ 193431 h 269394"/>
                  <a:gd name="connsiteX17" fmla="*/ 120207 w 183382"/>
                  <a:gd name="connsiteY17" fmla="*/ 211419 h 269394"/>
                  <a:gd name="connsiteX18" fmla="*/ 104467 w 183382"/>
                  <a:gd name="connsiteY18" fmla="*/ 220630 h 269394"/>
                  <a:gd name="connsiteX19" fmla="*/ 85600 w 183382"/>
                  <a:gd name="connsiteY19" fmla="*/ 223340 h 269394"/>
                  <a:gd name="connsiteX20" fmla="*/ 65224 w 183382"/>
                  <a:gd name="connsiteY20" fmla="*/ 220414 h 269394"/>
                  <a:gd name="connsiteX21" fmla="*/ 43231 w 183382"/>
                  <a:gd name="connsiteY21" fmla="*/ 212286 h 269394"/>
                  <a:gd name="connsiteX22" fmla="*/ 22963 w 183382"/>
                  <a:gd name="connsiteY22" fmla="*/ 200258 h 269394"/>
                  <a:gd name="connsiteX23" fmla="*/ 0 w 183382"/>
                  <a:gd name="connsiteY23" fmla="*/ 241003 h 269394"/>
                  <a:gd name="connsiteX24" fmla="*/ 29001 w 183382"/>
                  <a:gd name="connsiteY24" fmla="*/ 257041 h 269394"/>
                  <a:gd name="connsiteX25" fmla="*/ 59618 w 183382"/>
                  <a:gd name="connsiteY25" fmla="*/ 266360 h 269394"/>
                  <a:gd name="connsiteX26" fmla="*/ 90236 w 183382"/>
                  <a:gd name="connsiteY26" fmla="*/ 269394 h 269394"/>
                  <a:gd name="connsiteX27" fmla="*/ 139720 w 183382"/>
                  <a:gd name="connsiteY27" fmla="*/ 258775 h 269394"/>
                  <a:gd name="connsiteX28" fmla="*/ 170230 w 183382"/>
                  <a:gd name="connsiteY28" fmla="*/ 230817 h 269394"/>
                  <a:gd name="connsiteX29" fmla="*/ 180688 w 183382"/>
                  <a:gd name="connsiteY29" fmla="*/ 193323 h 269394"/>
                  <a:gd name="connsiteX30" fmla="*/ 175405 w 183382"/>
                  <a:gd name="connsiteY30" fmla="*/ 161030 h 269394"/>
                  <a:gd name="connsiteX31" fmla="*/ 161174 w 183382"/>
                  <a:gd name="connsiteY31" fmla="*/ 139032 h 269394"/>
                  <a:gd name="connsiteX32" fmla="*/ 140906 w 183382"/>
                  <a:gd name="connsiteY32" fmla="*/ 124294 h 269394"/>
                  <a:gd name="connsiteX33" fmla="*/ 118158 w 183382"/>
                  <a:gd name="connsiteY33" fmla="*/ 114000 h 269394"/>
                  <a:gd name="connsiteX34" fmla="*/ 94009 w 183382"/>
                  <a:gd name="connsiteY34" fmla="*/ 103597 h 269394"/>
                  <a:gd name="connsiteX35" fmla="*/ 75035 w 183382"/>
                  <a:gd name="connsiteY35" fmla="*/ 90484 h 269394"/>
                  <a:gd name="connsiteX36" fmla="*/ 67704 w 183382"/>
                  <a:gd name="connsiteY36" fmla="*/ 73688 h 269394"/>
                  <a:gd name="connsiteX37" fmla="*/ 77191 w 183382"/>
                  <a:gd name="connsiteY37" fmla="*/ 53315 h 26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83382" h="269394">
                    <a:moveTo>
                      <a:pt x="77191" y="53315"/>
                    </a:moveTo>
                    <a:cubicBezTo>
                      <a:pt x="83660" y="48764"/>
                      <a:pt x="92500" y="46488"/>
                      <a:pt x="103712" y="46488"/>
                    </a:cubicBezTo>
                    <a:cubicBezTo>
                      <a:pt x="112768" y="46488"/>
                      <a:pt x="122471" y="48331"/>
                      <a:pt x="132928" y="51907"/>
                    </a:cubicBezTo>
                    <a:cubicBezTo>
                      <a:pt x="143278" y="55483"/>
                      <a:pt x="153520" y="60034"/>
                      <a:pt x="163546" y="65561"/>
                    </a:cubicBezTo>
                    <a:lnTo>
                      <a:pt x="183383" y="25574"/>
                    </a:lnTo>
                    <a:cubicBezTo>
                      <a:pt x="172925" y="18639"/>
                      <a:pt x="161066" y="12570"/>
                      <a:pt x="147806" y="7586"/>
                    </a:cubicBezTo>
                    <a:cubicBezTo>
                      <a:pt x="134545" y="2492"/>
                      <a:pt x="117296" y="0"/>
                      <a:pt x="96058" y="0"/>
                    </a:cubicBezTo>
                    <a:cubicBezTo>
                      <a:pt x="79779" y="759"/>
                      <a:pt x="65440" y="4335"/>
                      <a:pt x="53042" y="10945"/>
                    </a:cubicBezTo>
                    <a:cubicBezTo>
                      <a:pt x="40644" y="17555"/>
                      <a:pt x="30941" y="26549"/>
                      <a:pt x="24149" y="37819"/>
                    </a:cubicBezTo>
                    <a:cubicBezTo>
                      <a:pt x="17357" y="49089"/>
                      <a:pt x="13907" y="62418"/>
                      <a:pt x="13907" y="77806"/>
                    </a:cubicBezTo>
                    <a:cubicBezTo>
                      <a:pt x="13907" y="90484"/>
                      <a:pt x="16171" y="101321"/>
                      <a:pt x="20807" y="109990"/>
                    </a:cubicBezTo>
                    <a:cubicBezTo>
                      <a:pt x="25443" y="118768"/>
                      <a:pt x="31480" y="126028"/>
                      <a:pt x="39027" y="131988"/>
                    </a:cubicBezTo>
                    <a:cubicBezTo>
                      <a:pt x="46573" y="137840"/>
                      <a:pt x="54551" y="142825"/>
                      <a:pt x="63176" y="146942"/>
                    </a:cubicBezTo>
                    <a:cubicBezTo>
                      <a:pt x="71801" y="151060"/>
                      <a:pt x="80102" y="154636"/>
                      <a:pt x="88188" y="157779"/>
                    </a:cubicBezTo>
                    <a:cubicBezTo>
                      <a:pt x="95087" y="160380"/>
                      <a:pt x="101448" y="163522"/>
                      <a:pt x="107378" y="167098"/>
                    </a:cubicBezTo>
                    <a:cubicBezTo>
                      <a:pt x="113199" y="170674"/>
                      <a:pt x="117835" y="174684"/>
                      <a:pt x="121285" y="179018"/>
                    </a:cubicBezTo>
                    <a:cubicBezTo>
                      <a:pt x="124735" y="183353"/>
                      <a:pt x="126460" y="188121"/>
                      <a:pt x="126460" y="193431"/>
                    </a:cubicBezTo>
                    <a:cubicBezTo>
                      <a:pt x="126460" y="201125"/>
                      <a:pt x="124304" y="207085"/>
                      <a:pt x="120207" y="211419"/>
                    </a:cubicBezTo>
                    <a:cubicBezTo>
                      <a:pt x="116002" y="215754"/>
                      <a:pt x="110720" y="218788"/>
                      <a:pt x="104467" y="220630"/>
                    </a:cubicBezTo>
                    <a:cubicBezTo>
                      <a:pt x="98106" y="222473"/>
                      <a:pt x="91853" y="223340"/>
                      <a:pt x="85600" y="223340"/>
                    </a:cubicBezTo>
                    <a:cubicBezTo>
                      <a:pt x="79347" y="223340"/>
                      <a:pt x="72555" y="222364"/>
                      <a:pt x="65224" y="220414"/>
                    </a:cubicBezTo>
                    <a:cubicBezTo>
                      <a:pt x="57786" y="218463"/>
                      <a:pt x="50455" y="215754"/>
                      <a:pt x="43231" y="212286"/>
                    </a:cubicBezTo>
                    <a:cubicBezTo>
                      <a:pt x="36008" y="208819"/>
                      <a:pt x="29216" y="204809"/>
                      <a:pt x="22963" y="200258"/>
                    </a:cubicBezTo>
                    <a:lnTo>
                      <a:pt x="0" y="241003"/>
                    </a:lnTo>
                    <a:cubicBezTo>
                      <a:pt x="9272" y="247505"/>
                      <a:pt x="18974" y="252815"/>
                      <a:pt x="29001" y="257041"/>
                    </a:cubicBezTo>
                    <a:cubicBezTo>
                      <a:pt x="39027" y="261267"/>
                      <a:pt x="49269" y="264410"/>
                      <a:pt x="59618" y="266360"/>
                    </a:cubicBezTo>
                    <a:cubicBezTo>
                      <a:pt x="69968" y="268419"/>
                      <a:pt x="80210" y="269394"/>
                      <a:pt x="90236" y="269394"/>
                    </a:cubicBezTo>
                    <a:cubicBezTo>
                      <a:pt x="109857" y="269394"/>
                      <a:pt x="126352" y="265818"/>
                      <a:pt x="139720" y="258775"/>
                    </a:cubicBezTo>
                    <a:cubicBezTo>
                      <a:pt x="153089" y="251731"/>
                      <a:pt x="163223" y="242412"/>
                      <a:pt x="170230" y="230817"/>
                    </a:cubicBezTo>
                    <a:cubicBezTo>
                      <a:pt x="177238" y="219222"/>
                      <a:pt x="180688" y="206760"/>
                      <a:pt x="180688" y="193323"/>
                    </a:cubicBezTo>
                    <a:cubicBezTo>
                      <a:pt x="180688" y="180644"/>
                      <a:pt x="178963" y="169807"/>
                      <a:pt x="175405" y="161030"/>
                    </a:cubicBezTo>
                    <a:cubicBezTo>
                      <a:pt x="171847" y="152252"/>
                      <a:pt x="167104" y="144992"/>
                      <a:pt x="161174" y="139032"/>
                    </a:cubicBezTo>
                    <a:cubicBezTo>
                      <a:pt x="155245" y="133180"/>
                      <a:pt x="148453" y="128195"/>
                      <a:pt x="140906" y="124294"/>
                    </a:cubicBezTo>
                    <a:cubicBezTo>
                      <a:pt x="133360" y="120285"/>
                      <a:pt x="125813" y="116925"/>
                      <a:pt x="118158" y="114000"/>
                    </a:cubicBezTo>
                    <a:cubicBezTo>
                      <a:pt x="109749" y="110857"/>
                      <a:pt x="101772" y="107389"/>
                      <a:pt x="94009" y="103597"/>
                    </a:cubicBezTo>
                    <a:cubicBezTo>
                      <a:pt x="86247" y="99804"/>
                      <a:pt x="79886" y="95361"/>
                      <a:pt x="75035" y="90484"/>
                    </a:cubicBezTo>
                    <a:cubicBezTo>
                      <a:pt x="70184" y="85608"/>
                      <a:pt x="67704" y="79973"/>
                      <a:pt x="67704" y="73688"/>
                    </a:cubicBezTo>
                    <a:cubicBezTo>
                      <a:pt x="67488" y="64694"/>
                      <a:pt x="70723" y="57867"/>
                      <a:pt x="77191" y="53315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81A2F44-F60B-E199-72AC-EF1FA50C9E42}"/>
                  </a:ext>
                </a:extLst>
              </p:cNvPr>
              <p:cNvSpPr/>
              <p:nvPr/>
            </p:nvSpPr>
            <p:spPr>
              <a:xfrm>
                <a:off x="11434600" y="1250734"/>
                <a:ext cx="184999" cy="265059"/>
              </a:xfrm>
              <a:custGeom>
                <a:avLst/>
                <a:gdLst>
                  <a:gd name="connsiteX0" fmla="*/ 52072 w 184999"/>
                  <a:gd name="connsiteY0" fmla="*/ 214670 h 265059"/>
                  <a:gd name="connsiteX1" fmla="*/ 52179 w 184999"/>
                  <a:gd name="connsiteY1" fmla="*/ 157454 h 265059"/>
                  <a:gd name="connsiteX2" fmla="*/ 165487 w 184999"/>
                  <a:gd name="connsiteY2" fmla="*/ 157454 h 265059"/>
                  <a:gd name="connsiteX3" fmla="*/ 165594 w 184999"/>
                  <a:gd name="connsiteY3" fmla="*/ 106956 h 265059"/>
                  <a:gd name="connsiteX4" fmla="*/ 52287 w 184999"/>
                  <a:gd name="connsiteY4" fmla="*/ 106956 h 265059"/>
                  <a:gd name="connsiteX5" fmla="*/ 52395 w 184999"/>
                  <a:gd name="connsiteY5" fmla="*/ 50390 h 265059"/>
                  <a:gd name="connsiteX6" fmla="*/ 180364 w 184999"/>
                  <a:gd name="connsiteY6" fmla="*/ 50390 h 265059"/>
                  <a:gd name="connsiteX7" fmla="*/ 180472 w 184999"/>
                  <a:gd name="connsiteY7" fmla="*/ 0 h 265059"/>
                  <a:gd name="connsiteX8" fmla="*/ 539 w 184999"/>
                  <a:gd name="connsiteY8" fmla="*/ 0 h 265059"/>
                  <a:gd name="connsiteX9" fmla="*/ 0 w 184999"/>
                  <a:gd name="connsiteY9" fmla="*/ 265060 h 265059"/>
                  <a:gd name="connsiteX10" fmla="*/ 184892 w 184999"/>
                  <a:gd name="connsiteY10" fmla="*/ 265060 h 265059"/>
                  <a:gd name="connsiteX11" fmla="*/ 185000 w 184999"/>
                  <a:gd name="connsiteY11" fmla="*/ 21467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999" h="265059">
                    <a:moveTo>
                      <a:pt x="52072" y="214670"/>
                    </a:moveTo>
                    <a:lnTo>
                      <a:pt x="52179" y="157454"/>
                    </a:lnTo>
                    <a:lnTo>
                      <a:pt x="165487" y="157454"/>
                    </a:lnTo>
                    <a:lnTo>
                      <a:pt x="165594" y="106956"/>
                    </a:lnTo>
                    <a:lnTo>
                      <a:pt x="52287" y="106956"/>
                    </a:lnTo>
                    <a:lnTo>
                      <a:pt x="52395" y="50390"/>
                    </a:lnTo>
                    <a:lnTo>
                      <a:pt x="180364" y="50390"/>
                    </a:lnTo>
                    <a:lnTo>
                      <a:pt x="180472" y="0"/>
                    </a:lnTo>
                    <a:lnTo>
                      <a:pt x="539" y="0"/>
                    </a:lnTo>
                    <a:lnTo>
                      <a:pt x="0" y="265060"/>
                    </a:lnTo>
                    <a:lnTo>
                      <a:pt x="184892" y="265060"/>
                    </a:lnTo>
                    <a:lnTo>
                      <a:pt x="185000" y="214670"/>
                    </a:ln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11">
              <a:extLst>
                <a:ext uri="{FF2B5EF4-FFF2-40B4-BE49-F238E27FC236}">
                  <a16:creationId xmlns:a16="http://schemas.microsoft.com/office/drawing/2014/main" id="{C1C6FAC9-CE77-E2B2-B3B7-EA7887DFB437}"/>
                </a:ext>
              </a:extLst>
            </p:cNvPr>
            <p:cNvGrpSpPr/>
            <p:nvPr/>
          </p:nvGrpSpPr>
          <p:grpSpPr>
            <a:xfrm>
              <a:off x="10697835" y="1541801"/>
              <a:ext cx="1210693" cy="353268"/>
              <a:chOff x="10697835" y="1541801"/>
              <a:chExt cx="1210693" cy="353268"/>
            </a:xfrm>
            <a:grpFill/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DBCE46C-95C6-B87E-0452-D5120F9DF498}"/>
                  </a:ext>
                </a:extLst>
              </p:cNvPr>
              <p:cNvSpPr/>
              <p:nvPr/>
            </p:nvSpPr>
            <p:spPr>
              <a:xfrm>
                <a:off x="10697835" y="1551771"/>
                <a:ext cx="291407" cy="343299"/>
              </a:xfrm>
              <a:custGeom>
                <a:avLst/>
                <a:gdLst>
                  <a:gd name="connsiteX0" fmla="*/ 291407 w 291407"/>
                  <a:gd name="connsiteY0" fmla="*/ 163956 h 343299"/>
                  <a:gd name="connsiteX1" fmla="*/ 166996 w 291407"/>
                  <a:gd name="connsiteY1" fmla="*/ 163956 h 343299"/>
                  <a:gd name="connsiteX2" fmla="*/ 166888 w 291407"/>
                  <a:gd name="connsiteY2" fmla="*/ 227891 h 343299"/>
                  <a:gd name="connsiteX3" fmla="*/ 224566 w 291407"/>
                  <a:gd name="connsiteY3" fmla="*/ 227891 h 343299"/>
                  <a:gd name="connsiteX4" fmla="*/ 224458 w 291407"/>
                  <a:gd name="connsiteY4" fmla="*/ 268528 h 343299"/>
                  <a:gd name="connsiteX5" fmla="*/ 204513 w 291407"/>
                  <a:gd name="connsiteY5" fmla="*/ 275138 h 343299"/>
                  <a:gd name="connsiteX6" fmla="*/ 178639 w 291407"/>
                  <a:gd name="connsiteY6" fmla="*/ 277197 h 343299"/>
                  <a:gd name="connsiteX7" fmla="*/ 133899 w 291407"/>
                  <a:gd name="connsiteY7" fmla="*/ 270370 h 343299"/>
                  <a:gd name="connsiteX8" fmla="*/ 98969 w 291407"/>
                  <a:gd name="connsiteY8" fmla="*/ 250322 h 343299"/>
                  <a:gd name="connsiteX9" fmla="*/ 76113 w 291407"/>
                  <a:gd name="connsiteY9" fmla="*/ 218138 h 343299"/>
                  <a:gd name="connsiteX10" fmla="*/ 68027 w 291407"/>
                  <a:gd name="connsiteY10" fmla="*/ 175442 h 343299"/>
                  <a:gd name="connsiteX11" fmla="*/ 75358 w 291407"/>
                  <a:gd name="connsiteY11" fmla="*/ 128195 h 343299"/>
                  <a:gd name="connsiteX12" fmla="*/ 97028 w 291407"/>
                  <a:gd name="connsiteY12" fmla="*/ 94169 h 343299"/>
                  <a:gd name="connsiteX13" fmla="*/ 132281 w 291407"/>
                  <a:gd name="connsiteY13" fmla="*/ 73580 h 343299"/>
                  <a:gd name="connsiteX14" fmla="*/ 180472 w 291407"/>
                  <a:gd name="connsiteY14" fmla="*/ 66753 h 343299"/>
                  <a:gd name="connsiteX15" fmla="*/ 205484 w 291407"/>
                  <a:gd name="connsiteY15" fmla="*/ 69678 h 343299"/>
                  <a:gd name="connsiteX16" fmla="*/ 233191 w 291407"/>
                  <a:gd name="connsiteY16" fmla="*/ 77156 h 343299"/>
                  <a:gd name="connsiteX17" fmla="*/ 254968 w 291407"/>
                  <a:gd name="connsiteY17" fmla="*/ 86258 h 343299"/>
                  <a:gd name="connsiteX18" fmla="*/ 276422 w 291407"/>
                  <a:gd name="connsiteY18" fmla="*/ 24599 h 343299"/>
                  <a:gd name="connsiteX19" fmla="*/ 231034 w 291407"/>
                  <a:gd name="connsiteY19" fmla="*/ 7044 h 343299"/>
                  <a:gd name="connsiteX20" fmla="*/ 172063 w 291407"/>
                  <a:gd name="connsiteY20" fmla="*/ 0 h 343299"/>
                  <a:gd name="connsiteX21" fmla="*/ 106839 w 291407"/>
                  <a:gd name="connsiteY21" fmla="*/ 10945 h 343299"/>
                  <a:gd name="connsiteX22" fmla="*/ 51856 w 291407"/>
                  <a:gd name="connsiteY22" fmla="*/ 44538 h 343299"/>
                  <a:gd name="connsiteX23" fmla="*/ 14015 w 291407"/>
                  <a:gd name="connsiteY23" fmla="*/ 101104 h 343299"/>
                  <a:gd name="connsiteX24" fmla="*/ 0 w 291407"/>
                  <a:gd name="connsiteY24" fmla="*/ 181186 h 343299"/>
                  <a:gd name="connsiteX25" fmla="*/ 12182 w 291407"/>
                  <a:gd name="connsiteY25" fmla="*/ 245988 h 343299"/>
                  <a:gd name="connsiteX26" fmla="*/ 47436 w 291407"/>
                  <a:gd name="connsiteY26" fmla="*/ 297353 h 343299"/>
                  <a:gd name="connsiteX27" fmla="*/ 103173 w 291407"/>
                  <a:gd name="connsiteY27" fmla="*/ 331162 h 343299"/>
                  <a:gd name="connsiteX28" fmla="*/ 176699 w 291407"/>
                  <a:gd name="connsiteY28" fmla="*/ 343299 h 343299"/>
                  <a:gd name="connsiteX29" fmla="*/ 209365 w 291407"/>
                  <a:gd name="connsiteY29" fmla="*/ 339831 h 343299"/>
                  <a:gd name="connsiteX30" fmla="*/ 243217 w 291407"/>
                  <a:gd name="connsiteY30" fmla="*/ 330946 h 343299"/>
                  <a:gd name="connsiteX31" fmla="*/ 272541 w 291407"/>
                  <a:gd name="connsiteY31" fmla="*/ 318809 h 343299"/>
                  <a:gd name="connsiteX32" fmla="*/ 291192 w 291407"/>
                  <a:gd name="connsiteY32" fmla="*/ 305805 h 343299"/>
                  <a:gd name="connsiteX33" fmla="*/ 291407 w 291407"/>
                  <a:gd name="connsiteY33" fmla="*/ 163956 h 34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1407" h="343299">
                    <a:moveTo>
                      <a:pt x="291407" y="163956"/>
                    </a:moveTo>
                    <a:lnTo>
                      <a:pt x="166996" y="163956"/>
                    </a:lnTo>
                    <a:lnTo>
                      <a:pt x="166888" y="227891"/>
                    </a:lnTo>
                    <a:lnTo>
                      <a:pt x="224566" y="227891"/>
                    </a:lnTo>
                    <a:lnTo>
                      <a:pt x="224458" y="268528"/>
                    </a:lnTo>
                    <a:cubicBezTo>
                      <a:pt x="218960" y="271562"/>
                      <a:pt x="212383" y="273729"/>
                      <a:pt x="204513" y="275138"/>
                    </a:cubicBezTo>
                    <a:cubicBezTo>
                      <a:pt x="196643" y="276547"/>
                      <a:pt x="188019" y="277197"/>
                      <a:pt x="178639" y="277197"/>
                    </a:cubicBezTo>
                    <a:cubicBezTo>
                      <a:pt x="162252" y="277197"/>
                      <a:pt x="147375" y="274921"/>
                      <a:pt x="133899" y="270370"/>
                    </a:cubicBezTo>
                    <a:cubicBezTo>
                      <a:pt x="120422" y="265818"/>
                      <a:pt x="108779" y="259100"/>
                      <a:pt x="98969" y="250322"/>
                    </a:cubicBezTo>
                    <a:cubicBezTo>
                      <a:pt x="89158" y="241545"/>
                      <a:pt x="81503" y="230817"/>
                      <a:pt x="76113" y="218138"/>
                    </a:cubicBezTo>
                    <a:cubicBezTo>
                      <a:pt x="70723" y="205568"/>
                      <a:pt x="68027" y="191264"/>
                      <a:pt x="68027" y="175442"/>
                    </a:cubicBezTo>
                    <a:cubicBezTo>
                      <a:pt x="68027" y="157454"/>
                      <a:pt x="70507" y="141741"/>
                      <a:pt x="75358" y="128195"/>
                    </a:cubicBezTo>
                    <a:cubicBezTo>
                      <a:pt x="80210" y="114650"/>
                      <a:pt x="87433" y="103271"/>
                      <a:pt x="97028" y="94169"/>
                    </a:cubicBezTo>
                    <a:cubicBezTo>
                      <a:pt x="106623" y="85066"/>
                      <a:pt x="118374" y="78239"/>
                      <a:pt x="132281" y="73580"/>
                    </a:cubicBezTo>
                    <a:cubicBezTo>
                      <a:pt x="146189" y="69028"/>
                      <a:pt x="162252" y="66753"/>
                      <a:pt x="180472" y="66753"/>
                    </a:cubicBezTo>
                    <a:cubicBezTo>
                      <a:pt x="187695" y="66753"/>
                      <a:pt x="196104" y="67728"/>
                      <a:pt x="205484" y="69678"/>
                    </a:cubicBezTo>
                    <a:cubicBezTo>
                      <a:pt x="214863" y="71629"/>
                      <a:pt x="224135" y="74121"/>
                      <a:pt x="233191" y="77156"/>
                    </a:cubicBezTo>
                    <a:cubicBezTo>
                      <a:pt x="242246" y="80190"/>
                      <a:pt x="249577" y="83224"/>
                      <a:pt x="254968" y="86258"/>
                    </a:cubicBezTo>
                    <a:lnTo>
                      <a:pt x="276422" y="24599"/>
                    </a:lnTo>
                    <a:cubicBezTo>
                      <a:pt x="264024" y="17555"/>
                      <a:pt x="248931" y="11703"/>
                      <a:pt x="231034" y="7044"/>
                    </a:cubicBezTo>
                    <a:cubicBezTo>
                      <a:pt x="213138" y="2384"/>
                      <a:pt x="193517" y="0"/>
                      <a:pt x="172063" y="0"/>
                    </a:cubicBezTo>
                    <a:cubicBezTo>
                      <a:pt x="149315" y="0"/>
                      <a:pt x="127646" y="3684"/>
                      <a:pt x="106839" y="10945"/>
                    </a:cubicBezTo>
                    <a:cubicBezTo>
                      <a:pt x="86139" y="18205"/>
                      <a:pt x="67704" y="29475"/>
                      <a:pt x="51856" y="44538"/>
                    </a:cubicBezTo>
                    <a:cubicBezTo>
                      <a:pt x="35900" y="59601"/>
                      <a:pt x="23287" y="78456"/>
                      <a:pt x="14015" y="101104"/>
                    </a:cubicBezTo>
                    <a:cubicBezTo>
                      <a:pt x="4744" y="123752"/>
                      <a:pt x="108" y="150518"/>
                      <a:pt x="0" y="181186"/>
                    </a:cubicBezTo>
                    <a:cubicBezTo>
                      <a:pt x="0" y="204592"/>
                      <a:pt x="3989" y="226265"/>
                      <a:pt x="12182" y="245988"/>
                    </a:cubicBezTo>
                    <a:cubicBezTo>
                      <a:pt x="20268" y="265818"/>
                      <a:pt x="32127" y="282940"/>
                      <a:pt x="47436" y="297353"/>
                    </a:cubicBezTo>
                    <a:cubicBezTo>
                      <a:pt x="62853" y="311765"/>
                      <a:pt x="81396" y="323035"/>
                      <a:pt x="103173" y="331162"/>
                    </a:cubicBezTo>
                    <a:cubicBezTo>
                      <a:pt x="124950" y="339181"/>
                      <a:pt x="149423" y="343299"/>
                      <a:pt x="176699" y="343299"/>
                    </a:cubicBezTo>
                    <a:cubicBezTo>
                      <a:pt x="186941" y="343299"/>
                      <a:pt x="197937" y="342107"/>
                      <a:pt x="209365" y="339831"/>
                    </a:cubicBezTo>
                    <a:cubicBezTo>
                      <a:pt x="220900" y="337556"/>
                      <a:pt x="232112" y="334630"/>
                      <a:pt x="243217" y="330946"/>
                    </a:cubicBezTo>
                    <a:cubicBezTo>
                      <a:pt x="254321" y="327261"/>
                      <a:pt x="264024" y="323252"/>
                      <a:pt x="272541" y="318809"/>
                    </a:cubicBezTo>
                    <a:cubicBezTo>
                      <a:pt x="281058" y="314366"/>
                      <a:pt x="287203" y="310031"/>
                      <a:pt x="291192" y="305805"/>
                    </a:cubicBezTo>
                    <a:lnTo>
                      <a:pt x="291407" y="163956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6A32820-2986-9C61-48D3-AA549A9BCA69}"/>
                  </a:ext>
                </a:extLst>
              </p:cNvPr>
              <p:cNvSpPr/>
              <p:nvPr/>
            </p:nvSpPr>
            <p:spPr>
              <a:xfrm>
                <a:off x="10980725" y="1542343"/>
                <a:ext cx="305206" cy="349150"/>
              </a:xfrm>
              <a:custGeom>
                <a:avLst/>
                <a:gdLst>
                  <a:gd name="connsiteX0" fmla="*/ 151471 w 305206"/>
                  <a:gd name="connsiteY0" fmla="*/ 0 h 349150"/>
                  <a:gd name="connsiteX1" fmla="*/ 0 w 305206"/>
                  <a:gd name="connsiteY1" fmla="*/ 349151 h 349150"/>
                  <a:gd name="connsiteX2" fmla="*/ 64901 w 305206"/>
                  <a:gd name="connsiteY2" fmla="*/ 349151 h 349150"/>
                  <a:gd name="connsiteX3" fmla="*/ 92284 w 305206"/>
                  <a:gd name="connsiteY3" fmla="*/ 283374 h 349150"/>
                  <a:gd name="connsiteX4" fmla="*/ 203220 w 305206"/>
                  <a:gd name="connsiteY4" fmla="*/ 283374 h 349150"/>
                  <a:gd name="connsiteX5" fmla="*/ 228878 w 305206"/>
                  <a:gd name="connsiteY5" fmla="*/ 349151 h 349150"/>
                  <a:gd name="connsiteX6" fmla="*/ 305207 w 305206"/>
                  <a:gd name="connsiteY6" fmla="*/ 349151 h 349150"/>
                  <a:gd name="connsiteX7" fmla="*/ 155137 w 305206"/>
                  <a:gd name="connsiteY7" fmla="*/ 0 h 349150"/>
                  <a:gd name="connsiteX8" fmla="*/ 151471 w 305206"/>
                  <a:gd name="connsiteY8" fmla="*/ 0 h 349150"/>
                  <a:gd name="connsiteX9" fmla="*/ 115463 w 305206"/>
                  <a:gd name="connsiteY9" fmla="*/ 227674 h 349150"/>
                  <a:gd name="connsiteX10" fmla="*/ 149531 w 305206"/>
                  <a:gd name="connsiteY10" fmla="*/ 145750 h 349150"/>
                  <a:gd name="connsiteX11" fmla="*/ 181442 w 305206"/>
                  <a:gd name="connsiteY11" fmla="*/ 227674 h 349150"/>
                  <a:gd name="connsiteX12" fmla="*/ 115463 w 305206"/>
                  <a:gd name="connsiteY12" fmla="*/ 227674 h 34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206" h="349150">
                    <a:moveTo>
                      <a:pt x="151471" y="0"/>
                    </a:moveTo>
                    <a:lnTo>
                      <a:pt x="0" y="349151"/>
                    </a:lnTo>
                    <a:lnTo>
                      <a:pt x="64901" y="349151"/>
                    </a:lnTo>
                    <a:lnTo>
                      <a:pt x="92284" y="283374"/>
                    </a:lnTo>
                    <a:lnTo>
                      <a:pt x="203220" y="283374"/>
                    </a:lnTo>
                    <a:lnTo>
                      <a:pt x="228878" y="349151"/>
                    </a:lnTo>
                    <a:lnTo>
                      <a:pt x="305207" y="349151"/>
                    </a:lnTo>
                    <a:lnTo>
                      <a:pt x="155137" y="0"/>
                    </a:lnTo>
                    <a:lnTo>
                      <a:pt x="151471" y="0"/>
                    </a:lnTo>
                    <a:close/>
                    <a:moveTo>
                      <a:pt x="115463" y="227674"/>
                    </a:moveTo>
                    <a:lnTo>
                      <a:pt x="149531" y="145750"/>
                    </a:lnTo>
                    <a:lnTo>
                      <a:pt x="181442" y="227674"/>
                    </a:lnTo>
                    <a:lnTo>
                      <a:pt x="115463" y="227674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D663272-5B7D-F09D-AF55-43FBDC110E77}"/>
                  </a:ext>
                </a:extLst>
              </p:cNvPr>
              <p:cNvSpPr/>
              <p:nvPr/>
            </p:nvSpPr>
            <p:spPr>
              <a:xfrm>
                <a:off x="11289058" y="1541801"/>
                <a:ext cx="344880" cy="349692"/>
              </a:xfrm>
              <a:custGeom>
                <a:avLst/>
                <a:gdLst>
                  <a:gd name="connsiteX0" fmla="*/ 170230 w 344880"/>
                  <a:gd name="connsiteY0" fmla="*/ 241653 h 349692"/>
                  <a:gd name="connsiteX1" fmla="*/ 1186 w 344880"/>
                  <a:gd name="connsiteY1" fmla="*/ 0 h 349692"/>
                  <a:gd name="connsiteX2" fmla="*/ 755 w 344880"/>
                  <a:gd name="connsiteY2" fmla="*/ 0 h 349692"/>
                  <a:gd name="connsiteX3" fmla="*/ 0 w 344880"/>
                  <a:gd name="connsiteY3" fmla="*/ 349693 h 349692"/>
                  <a:gd name="connsiteX4" fmla="*/ 63607 w 344880"/>
                  <a:gd name="connsiteY4" fmla="*/ 349693 h 349692"/>
                  <a:gd name="connsiteX5" fmla="*/ 63931 w 344880"/>
                  <a:gd name="connsiteY5" fmla="*/ 199283 h 349692"/>
                  <a:gd name="connsiteX6" fmla="*/ 168505 w 344880"/>
                  <a:gd name="connsiteY6" fmla="*/ 345141 h 349692"/>
                  <a:gd name="connsiteX7" fmla="*/ 169368 w 344880"/>
                  <a:gd name="connsiteY7" fmla="*/ 345141 h 349692"/>
                  <a:gd name="connsiteX8" fmla="*/ 278686 w 344880"/>
                  <a:gd name="connsiteY8" fmla="*/ 189421 h 349692"/>
                  <a:gd name="connsiteX9" fmla="*/ 278362 w 344880"/>
                  <a:gd name="connsiteY9" fmla="*/ 349693 h 349692"/>
                  <a:gd name="connsiteX10" fmla="*/ 344234 w 344880"/>
                  <a:gd name="connsiteY10" fmla="*/ 349693 h 349692"/>
                  <a:gd name="connsiteX11" fmla="*/ 344881 w 344880"/>
                  <a:gd name="connsiteY11" fmla="*/ 0 h 349692"/>
                  <a:gd name="connsiteX12" fmla="*/ 344018 w 344880"/>
                  <a:gd name="connsiteY12" fmla="*/ 0 h 34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4880" h="349692">
                    <a:moveTo>
                      <a:pt x="170230" y="241653"/>
                    </a:moveTo>
                    <a:lnTo>
                      <a:pt x="1186" y="0"/>
                    </a:lnTo>
                    <a:lnTo>
                      <a:pt x="755" y="0"/>
                    </a:lnTo>
                    <a:lnTo>
                      <a:pt x="0" y="349693"/>
                    </a:lnTo>
                    <a:lnTo>
                      <a:pt x="63607" y="349693"/>
                    </a:lnTo>
                    <a:lnTo>
                      <a:pt x="63931" y="199283"/>
                    </a:lnTo>
                    <a:lnTo>
                      <a:pt x="168505" y="345141"/>
                    </a:lnTo>
                    <a:lnTo>
                      <a:pt x="169368" y="345141"/>
                    </a:lnTo>
                    <a:lnTo>
                      <a:pt x="278686" y="189421"/>
                    </a:lnTo>
                    <a:lnTo>
                      <a:pt x="278362" y="349693"/>
                    </a:lnTo>
                    <a:lnTo>
                      <a:pt x="344234" y="349693"/>
                    </a:lnTo>
                    <a:lnTo>
                      <a:pt x="344881" y="0"/>
                    </a:lnTo>
                    <a:lnTo>
                      <a:pt x="344018" y="0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3B45A04-CC25-6690-9AE6-147FAF503645}"/>
                  </a:ext>
                </a:extLst>
              </p:cNvPr>
              <p:cNvSpPr/>
              <p:nvPr/>
            </p:nvSpPr>
            <p:spPr>
              <a:xfrm>
                <a:off x="11674152" y="1555563"/>
                <a:ext cx="234376" cy="335930"/>
              </a:xfrm>
              <a:custGeom>
                <a:avLst/>
                <a:gdLst>
                  <a:gd name="connsiteX0" fmla="*/ 65979 w 234376"/>
                  <a:gd name="connsiteY0" fmla="*/ 271995 h 335930"/>
                  <a:gd name="connsiteX1" fmla="*/ 66087 w 234376"/>
                  <a:gd name="connsiteY1" fmla="*/ 199391 h 335930"/>
                  <a:gd name="connsiteX2" fmla="*/ 209580 w 234376"/>
                  <a:gd name="connsiteY2" fmla="*/ 199391 h 335930"/>
                  <a:gd name="connsiteX3" fmla="*/ 209688 w 234376"/>
                  <a:gd name="connsiteY3" fmla="*/ 135564 h 335930"/>
                  <a:gd name="connsiteX4" fmla="*/ 66195 w 234376"/>
                  <a:gd name="connsiteY4" fmla="*/ 135564 h 335930"/>
                  <a:gd name="connsiteX5" fmla="*/ 66410 w 234376"/>
                  <a:gd name="connsiteY5" fmla="*/ 63827 h 335930"/>
                  <a:gd name="connsiteX6" fmla="*/ 228555 w 234376"/>
                  <a:gd name="connsiteY6" fmla="*/ 63827 h 335930"/>
                  <a:gd name="connsiteX7" fmla="*/ 228663 w 234376"/>
                  <a:gd name="connsiteY7" fmla="*/ 0 h 335930"/>
                  <a:gd name="connsiteX8" fmla="*/ 647 w 234376"/>
                  <a:gd name="connsiteY8" fmla="*/ 0 h 335930"/>
                  <a:gd name="connsiteX9" fmla="*/ 0 w 234376"/>
                  <a:gd name="connsiteY9" fmla="*/ 335930 h 335930"/>
                  <a:gd name="connsiteX10" fmla="*/ 234269 w 234376"/>
                  <a:gd name="connsiteY10" fmla="*/ 335930 h 335930"/>
                  <a:gd name="connsiteX11" fmla="*/ 234376 w 234376"/>
                  <a:gd name="connsiteY11" fmla="*/ 271995 h 335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4376" h="335930">
                    <a:moveTo>
                      <a:pt x="65979" y="271995"/>
                    </a:moveTo>
                    <a:lnTo>
                      <a:pt x="66087" y="199391"/>
                    </a:lnTo>
                    <a:lnTo>
                      <a:pt x="209580" y="199391"/>
                    </a:lnTo>
                    <a:lnTo>
                      <a:pt x="209688" y="135564"/>
                    </a:lnTo>
                    <a:lnTo>
                      <a:pt x="66195" y="135564"/>
                    </a:lnTo>
                    <a:lnTo>
                      <a:pt x="66410" y="63827"/>
                    </a:lnTo>
                    <a:lnTo>
                      <a:pt x="228555" y="63827"/>
                    </a:lnTo>
                    <a:lnTo>
                      <a:pt x="228663" y="0"/>
                    </a:lnTo>
                    <a:lnTo>
                      <a:pt x="647" y="0"/>
                    </a:lnTo>
                    <a:lnTo>
                      <a:pt x="0" y="335930"/>
                    </a:lnTo>
                    <a:lnTo>
                      <a:pt x="234269" y="335930"/>
                    </a:lnTo>
                    <a:lnTo>
                      <a:pt x="234376" y="271995"/>
                    </a:lnTo>
                    <a:close/>
                  </a:path>
                </a:pathLst>
              </a:custGeom>
              <a:grpFill/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E0A3B77-692A-F6E1-CB9F-5E154E9DE9CB}"/>
                </a:ext>
              </a:extLst>
            </p:cNvPr>
            <p:cNvSpPr/>
            <p:nvPr/>
          </p:nvSpPr>
          <p:spPr>
            <a:xfrm>
              <a:off x="11263250" y="1438773"/>
              <a:ext cx="459260" cy="457667"/>
            </a:xfrm>
            <a:custGeom>
              <a:avLst/>
              <a:gdLst>
                <a:gd name="connsiteX0" fmla="*/ 448635 w 459260"/>
                <a:gd name="connsiteY0" fmla="*/ 2682 h 457667"/>
                <a:gd name="connsiteX1" fmla="*/ 410471 w 459260"/>
                <a:gd name="connsiteY1" fmla="*/ 9617 h 457667"/>
                <a:gd name="connsiteX2" fmla="*/ 21927 w 459260"/>
                <a:gd name="connsiteY2" fmla="*/ 433215 h 457667"/>
                <a:gd name="connsiteX3" fmla="*/ 30013 w 459260"/>
                <a:gd name="connsiteY3" fmla="*/ 344139 h 457667"/>
                <a:gd name="connsiteX4" fmla="*/ 14596 w 459260"/>
                <a:gd name="connsiteY4" fmla="*/ 457163 h 457667"/>
                <a:gd name="connsiteX5" fmla="*/ 456074 w 459260"/>
                <a:gd name="connsiteY5" fmla="*/ 34324 h 457667"/>
                <a:gd name="connsiteX6" fmla="*/ 448635 w 459260"/>
                <a:gd name="connsiteY6" fmla="*/ 2682 h 457667"/>
                <a:gd name="connsiteX7" fmla="*/ 448635 w 459260"/>
                <a:gd name="connsiteY7" fmla="*/ 2682 h 45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9260" h="457667">
                  <a:moveTo>
                    <a:pt x="448635" y="2682"/>
                  </a:moveTo>
                  <a:cubicBezTo>
                    <a:pt x="439471" y="-2628"/>
                    <a:pt x="417155" y="81"/>
                    <a:pt x="410471" y="9617"/>
                  </a:cubicBezTo>
                  <a:cubicBezTo>
                    <a:pt x="347402" y="98801"/>
                    <a:pt x="76587" y="444701"/>
                    <a:pt x="21927" y="433215"/>
                  </a:cubicBezTo>
                  <a:cubicBezTo>
                    <a:pt x="-7612" y="427038"/>
                    <a:pt x="30013" y="344139"/>
                    <a:pt x="30013" y="344139"/>
                  </a:cubicBezTo>
                  <a:cubicBezTo>
                    <a:pt x="30013" y="344139"/>
                    <a:pt x="-25616" y="447194"/>
                    <a:pt x="14596" y="457163"/>
                  </a:cubicBezTo>
                  <a:cubicBezTo>
                    <a:pt x="54162" y="466916"/>
                    <a:pt x="216954" y="335470"/>
                    <a:pt x="456074" y="34324"/>
                  </a:cubicBezTo>
                  <a:cubicBezTo>
                    <a:pt x="463189" y="25439"/>
                    <a:pt x="457367" y="7775"/>
                    <a:pt x="448635" y="2682"/>
                  </a:cubicBezTo>
                  <a:lnTo>
                    <a:pt x="448635" y="2682"/>
                  </a:lnTo>
                  <a:close/>
                </a:path>
              </a:pathLst>
            </a:custGeom>
            <a:grpFill/>
            <a:ln w="10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" name="Graphic 11">
              <a:extLst>
                <a:ext uri="{FF2B5EF4-FFF2-40B4-BE49-F238E27FC236}">
                  <a16:creationId xmlns:a16="http://schemas.microsoft.com/office/drawing/2014/main" id="{252BE7CF-E965-F183-5672-B4C05C602061}"/>
                </a:ext>
              </a:extLst>
            </p:cNvPr>
            <p:cNvGrpSpPr/>
            <p:nvPr/>
          </p:nvGrpSpPr>
          <p:grpSpPr>
            <a:xfrm>
              <a:off x="11682237" y="1053553"/>
              <a:ext cx="344058" cy="400147"/>
              <a:chOff x="11682237" y="1053553"/>
              <a:chExt cx="344058" cy="400147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64389B18-7C5E-B883-23DA-38C4717D9D75}"/>
                  </a:ext>
                </a:extLst>
              </p:cNvPr>
              <p:cNvSpPr/>
              <p:nvPr/>
            </p:nvSpPr>
            <p:spPr>
              <a:xfrm>
                <a:off x="11828249" y="1317378"/>
                <a:ext cx="79847" cy="132963"/>
              </a:xfrm>
              <a:custGeom>
                <a:avLst/>
                <a:gdLst>
                  <a:gd name="connsiteX0" fmla="*/ 79847 w 79847"/>
                  <a:gd name="connsiteY0" fmla="*/ 0 h 132963"/>
                  <a:gd name="connsiteX1" fmla="*/ 78661 w 79847"/>
                  <a:gd name="connsiteY1" fmla="*/ 5635 h 132963"/>
                  <a:gd name="connsiteX2" fmla="*/ 62059 w 79847"/>
                  <a:gd name="connsiteY2" fmla="*/ 68053 h 132963"/>
                  <a:gd name="connsiteX3" fmla="*/ 57531 w 79847"/>
                  <a:gd name="connsiteY3" fmla="*/ 77047 h 132963"/>
                  <a:gd name="connsiteX4" fmla="*/ 13868 w 79847"/>
                  <a:gd name="connsiteY4" fmla="*/ 132963 h 132963"/>
                  <a:gd name="connsiteX5" fmla="*/ 12251 w 79847"/>
                  <a:gd name="connsiteY5" fmla="*/ 128195 h 132963"/>
                  <a:gd name="connsiteX6" fmla="*/ 284 w 79847"/>
                  <a:gd name="connsiteY6" fmla="*/ 77047 h 132963"/>
                  <a:gd name="connsiteX7" fmla="*/ 2656 w 79847"/>
                  <a:gd name="connsiteY7" fmla="*/ 70004 h 132963"/>
                  <a:gd name="connsiteX8" fmla="*/ 76829 w 79847"/>
                  <a:gd name="connsiteY8" fmla="*/ 2059 h 132963"/>
                  <a:gd name="connsiteX9" fmla="*/ 79847 w 79847"/>
                  <a:gd name="connsiteY9" fmla="*/ 0 h 132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847" h="132963">
                    <a:moveTo>
                      <a:pt x="79847" y="0"/>
                    </a:moveTo>
                    <a:cubicBezTo>
                      <a:pt x="79308" y="2384"/>
                      <a:pt x="79093" y="4010"/>
                      <a:pt x="78661" y="5635"/>
                    </a:cubicBezTo>
                    <a:cubicBezTo>
                      <a:pt x="73163" y="26441"/>
                      <a:pt x="67773" y="47247"/>
                      <a:pt x="62059" y="68053"/>
                    </a:cubicBezTo>
                    <a:cubicBezTo>
                      <a:pt x="61196" y="71087"/>
                      <a:pt x="59579" y="74447"/>
                      <a:pt x="57531" y="77047"/>
                    </a:cubicBezTo>
                    <a:cubicBezTo>
                      <a:pt x="43300" y="95469"/>
                      <a:pt x="28854" y="113783"/>
                      <a:pt x="13868" y="132963"/>
                    </a:cubicBezTo>
                    <a:cubicBezTo>
                      <a:pt x="13222" y="131013"/>
                      <a:pt x="12575" y="129604"/>
                      <a:pt x="12251" y="128195"/>
                    </a:cubicBezTo>
                    <a:cubicBezTo>
                      <a:pt x="8262" y="111182"/>
                      <a:pt x="4381" y="94061"/>
                      <a:pt x="284" y="77047"/>
                    </a:cubicBezTo>
                    <a:cubicBezTo>
                      <a:pt x="-362" y="74230"/>
                      <a:pt x="-39" y="72388"/>
                      <a:pt x="2656" y="70004"/>
                    </a:cubicBezTo>
                    <a:cubicBezTo>
                      <a:pt x="27452" y="47464"/>
                      <a:pt x="52141" y="24707"/>
                      <a:pt x="76829" y="2059"/>
                    </a:cubicBezTo>
                    <a:cubicBezTo>
                      <a:pt x="77583" y="1517"/>
                      <a:pt x="78446" y="1084"/>
                      <a:pt x="79847" y="0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0A16AD1-31A0-B9CA-AAA0-8CC93283D69F}"/>
                  </a:ext>
                </a:extLst>
              </p:cNvPr>
              <p:cNvSpPr/>
              <p:nvPr/>
            </p:nvSpPr>
            <p:spPr>
              <a:xfrm>
                <a:off x="11682237" y="1228952"/>
                <a:ext cx="112336" cy="96011"/>
              </a:xfrm>
              <a:custGeom>
                <a:avLst/>
                <a:gdLst>
                  <a:gd name="connsiteX0" fmla="*/ 0 w 112336"/>
                  <a:gd name="connsiteY0" fmla="*/ 95686 h 96011"/>
                  <a:gd name="connsiteX1" fmla="*/ 45819 w 112336"/>
                  <a:gd name="connsiteY1" fmla="*/ 37277 h 96011"/>
                  <a:gd name="connsiteX2" fmla="*/ 48514 w 112336"/>
                  <a:gd name="connsiteY2" fmla="*/ 34893 h 96011"/>
                  <a:gd name="connsiteX3" fmla="*/ 112337 w 112336"/>
                  <a:gd name="connsiteY3" fmla="*/ 0 h 96011"/>
                  <a:gd name="connsiteX4" fmla="*/ 99939 w 112336"/>
                  <a:gd name="connsiteY4" fmla="*/ 23190 h 96011"/>
                  <a:gd name="connsiteX5" fmla="*/ 63607 w 112336"/>
                  <a:gd name="connsiteY5" fmla="*/ 90159 h 96011"/>
                  <a:gd name="connsiteX6" fmla="*/ 55306 w 112336"/>
                  <a:gd name="connsiteY6" fmla="*/ 95686 h 96011"/>
                  <a:gd name="connsiteX7" fmla="*/ 5067 w 112336"/>
                  <a:gd name="connsiteY7" fmla="*/ 96011 h 96011"/>
                  <a:gd name="connsiteX8" fmla="*/ 0 w 112336"/>
                  <a:gd name="connsiteY8" fmla="*/ 95686 h 96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336" h="96011">
                    <a:moveTo>
                      <a:pt x="0" y="95686"/>
                    </a:moveTo>
                    <a:cubicBezTo>
                      <a:pt x="15740" y="75639"/>
                      <a:pt x="30726" y="56458"/>
                      <a:pt x="45819" y="37277"/>
                    </a:cubicBezTo>
                    <a:cubicBezTo>
                      <a:pt x="46573" y="36302"/>
                      <a:pt x="47544" y="35435"/>
                      <a:pt x="48514" y="34893"/>
                    </a:cubicBezTo>
                    <a:cubicBezTo>
                      <a:pt x="69213" y="23515"/>
                      <a:pt x="89913" y="12245"/>
                      <a:pt x="112337" y="0"/>
                    </a:cubicBezTo>
                    <a:cubicBezTo>
                      <a:pt x="107701" y="8778"/>
                      <a:pt x="103820" y="15930"/>
                      <a:pt x="99939" y="23190"/>
                    </a:cubicBezTo>
                    <a:cubicBezTo>
                      <a:pt x="87864" y="45513"/>
                      <a:pt x="75574" y="67836"/>
                      <a:pt x="63607" y="90159"/>
                    </a:cubicBezTo>
                    <a:cubicBezTo>
                      <a:pt x="61451" y="94061"/>
                      <a:pt x="59511" y="95794"/>
                      <a:pt x="55306" y="95686"/>
                    </a:cubicBezTo>
                    <a:cubicBezTo>
                      <a:pt x="38596" y="95469"/>
                      <a:pt x="21885" y="95794"/>
                      <a:pt x="5067" y="96011"/>
                    </a:cubicBezTo>
                    <a:cubicBezTo>
                      <a:pt x="3666" y="95903"/>
                      <a:pt x="2372" y="95794"/>
                      <a:pt x="0" y="95686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DD98AD0-23E8-4D99-61AF-7C8206F82064}"/>
                  </a:ext>
                </a:extLst>
              </p:cNvPr>
              <p:cNvSpPr/>
              <p:nvPr/>
            </p:nvSpPr>
            <p:spPr>
              <a:xfrm>
                <a:off x="11700134" y="1398554"/>
                <a:ext cx="60696" cy="55146"/>
              </a:xfrm>
              <a:custGeom>
                <a:avLst/>
                <a:gdLst>
                  <a:gd name="connsiteX0" fmla="*/ 60696 w 60696"/>
                  <a:gd name="connsiteY0" fmla="*/ 29897 h 55146"/>
                  <a:gd name="connsiteX1" fmla="*/ 48514 w 60696"/>
                  <a:gd name="connsiteY1" fmla="*/ 55146 h 55146"/>
                  <a:gd name="connsiteX2" fmla="*/ 0 w 60696"/>
                  <a:gd name="connsiteY2" fmla="*/ 16677 h 55146"/>
                  <a:gd name="connsiteX3" fmla="*/ 20484 w 60696"/>
                  <a:gd name="connsiteY3" fmla="*/ 314 h 55146"/>
                  <a:gd name="connsiteX4" fmla="*/ 23610 w 60696"/>
                  <a:gd name="connsiteY4" fmla="*/ 531 h 55146"/>
                  <a:gd name="connsiteX5" fmla="*/ 60696 w 60696"/>
                  <a:gd name="connsiteY5" fmla="*/ 29897 h 5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696" h="55146">
                    <a:moveTo>
                      <a:pt x="60696" y="29897"/>
                    </a:moveTo>
                    <a:cubicBezTo>
                      <a:pt x="56600" y="38350"/>
                      <a:pt x="52719" y="46477"/>
                      <a:pt x="48514" y="55146"/>
                    </a:cubicBezTo>
                    <a:cubicBezTo>
                      <a:pt x="32235" y="42251"/>
                      <a:pt x="16387" y="29789"/>
                      <a:pt x="0" y="16677"/>
                    </a:cubicBezTo>
                    <a:cubicBezTo>
                      <a:pt x="7115" y="11042"/>
                      <a:pt x="13692" y="5624"/>
                      <a:pt x="20484" y="314"/>
                    </a:cubicBezTo>
                    <a:cubicBezTo>
                      <a:pt x="21238" y="-228"/>
                      <a:pt x="22856" y="-11"/>
                      <a:pt x="23610" y="531"/>
                    </a:cubicBezTo>
                    <a:cubicBezTo>
                      <a:pt x="35900" y="10283"/>
                      <a:pt x="48191" y="20036"/>
                      <a:pt x="60696" y="29897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7D2DCD31-3D89-0C02-5CC4-391D38DA847B}"/>
                  </a:ext>
                </a:extLst>
              </p:cNvPr>
              <p:cNvSpPr/>
              <p:nvPr/>
            </p:nvSpPr>
            <p:spPr>
              <a:xfrm>
                <a:off x="11735816" y="1053553"/>
                <a:ext cx="290480" cy="357894"/>
              </a:xfrm>
              <a:custGeom>
                <a:avLst/>
                <a:gdLst>
                  <a:gd name="connsiteX0" fmla="*/ 269201 w 290480"/>
                  <a:gd name="connsiteY0" fmla="*/ 932 h 357894"/>
                  <a:gd name="connsiteX1" fmla="*/ 127756 w 290480"/>
                  <a:gd name="connsiteY1" fmla="*/ 94559 h 357894"/>
                  <a:gd name="connsiteX2" fmla="*/ 81506 w 290480"/>
                  <a:gd name="connsiteY2" fmla="*/ 168031 h 357894"/>
                  <a:gd name="connsiteX3" fmla="*/ 3991 w 290480"/>
                  <a:gd name="connsiteY3" fmla="*/ 311289 h 357894"/>
                  <a:gd name="connsiteX4" fmla="*/ 6902 w 290480"/>
                  <a:gd name="connsiteY4" fmla="*/ 338488 h 357894"/>
                  <a:gd name="connsiteX5" fmla="*/ 24152 w 290480"/>
                  <a:gd name="connsiteY5" fmla="*/ 352142 h 357894"/>
                  <a:gd name="connsiteX6" fmla="*/ 56710 w 290480"/>
                  <a:gd name="connsiteY6" fmla="*/ 347482 h 357894"/>
                  <a:gd name="connsiteX7" fmla="*/ 173898 w 290480"/>
                  <a:gd name="connsiteY7" fmla="*/ 239985 h 357894"/>
                  <a:gd name="connsiteX8" fmla="*/ 227587 w 290480"/>
                  <a:gd name="connsiteY8" fmla="*/ 186453 h 357894"/>
                  <a:gd name="connsiteX9" fmla="*/ 248502 w 290480"/>
                  <a:gd name="connsiteY9" fmla="*/ 155027 h 357894"/>
                  <a:gd name="connsiteX10" fmla="*/ 290440 w 290480"/>
                  <a:gd name="connsiteY10" fmla="*/ 17512 h 357894"/>
                  <a:gd name="connsiteX11" fmla="*/ 269201 w 290480"/>
                  <a:gd name="connsiteY11" fmla="*/ 932 h 357894"/>
                  <a:gd name="connsiteX12" fmla="*/ 199018 w 290480"/>
                  <a:gd name="connsiteY12" fmla="*/ 153401 h 357894"/>
                  <a:gd name="connsiteX13" fmla="*/ 159128 w 290480"/>
                  <a:gd name="connsiteY13" fmla="*/ 113306 h 357894"/>
                  <a:gd name="connsiteX14" fmla="*/ 199018 w 290480"/>
                  <a:gd name="connsiteY14" fmla="*/ 73212 h 357894"/>
                  <a:gd name="connsiteX15" fmla="*/ 238907 w 290480"/>
                  <a:gd name="connsiteY15" fmla="*/ 113306 h 357894"/>
                  <a:gd name="connsiteX16" fmla="*/ 199018 w 290480"/>
                  <a:gd name="connsiteY16" fmla="*/ 153401 h 357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0480" h="357894">
                    <a:moveTo>
                      <a:pt x="269201" y="932"/>
                    </a:moveTo>
                    <a:cubicBezTo>
                      <a:pt x="215512" y="17079"/>
                      <a:pt x="167969" y="47204"/>
                      <a:pt x="127756" y="94559"/>
                    </a:cubicBezTo>
                    <a:cubicBezTo>
                      <a:pt x="108674" y="117099"/>
                      <a:pt x="95198" y="142565"/>
                      <a:pt x="81506" y="168031"/>
                    </a:cubicBezTo>
                    <a:cubicBezTo>
                      <a:pt x="55740" y="215819"/>
                      <a:pt x="29758" y="263500"/>
                      <a:pt x="3991" y="311289"/>
                    </a:cubicBezTo>
                    <a:cubicBezTo>
                      <a:pt x="-2261" y="322775"/>
                      <a:pt x="-1076" y="331986"/>
                      <a:pt x="6902" y="338488"/>
                    </a:cubicBezTo>
                    <a:cubicBezTo>
                      <a:pt x="12616" y="343148"/>
                      <a:pt x="18438" y="347591"/>
                      <a:pt x="24152" y="352142"/>
                    </a:cubicBezTo>
                    <a:cubicBezTo>
                      <a:pt x="35364" y="361028"/>
                      <a:pt x="43342" y="359728"/>
                      <a:pt x="56710" y="347482"/>
                    </a:cubicBezTo>
                    <a:cubicBezTo>
                      <a:pt x="95737" y="311614"/>
                      <a:pt x="134871" y="275853"/>
                      <a:pt x="173898" y="239985"/>
                    </a:cubicBezTo>
                    <a:cubicBezTo>
                      <a:pt x="192441" y="222971"/>
                      <a:pt x="211847" y="206934"/>
                      <a:pt x="227587" y="186453"/>
                    </a:cubicBezTo>
                    <a:cubicBezTo>
                      <a:pt x="234595" y="176050"/>
                      <a:pt x="242033" y="165755"/>
                      <a:pt x="248502" y="155027"/>
                    </a:cubicBezTo>
                    <a:cubicBezTo>
                      <a:pt x="275131" y="110706"/>
                      <a:pt x="288176" y="64651"/>
                      <a:pt x="290440" y="17512"/>
                    </a:cubicBezTo>
                    <a:cubicBezTo>
                      <a:pt x="291194" y="4833"/>
                      <a:pt x="281384" y="-2752"/>
                      <a:pt x="269201" y="932"/>
                    </a:cubicBezTo>
                    <a:close/>
                    <a:moveTo>
                      <a:pt x="199018" y="153401"/>
                    </a:moveTo>
                    <a:cubicBezTo>
                      <a:pt x="176917" y="153401"/>
                      <a:pt x="159128" y="135413"/>
                      <a:pt x="159128" y="113306"/>
                    </a:cubicBezTo>
                    <a:cubicBezTo>
                      <a:pt x="159128" y="91092"/>
                      <a:pt x="177025" y="73212"/>
                      <a:pt x="199018" y="73212"/>
                    </a:cubicBezTo>
                    <a:cubicBezTo>
                      <a:pt x="221118" y="73212"/>
                      <a:pt x="238907" y="91200"/>
                      <a:pt x="238907" y="113306"/>
                    </a:cubicBezTo>
                    <a:cubicBezTo>
                      <a:pt x="239015" y="135521"/>
                      <a:pt x="221118" y="153401"/>
                      <a:pt x="199018" y="153401"/>
                    </a:cubicBezTo>
                    <a:close/>
                  </a:path>
                </a:pathLst>
              </a:custGeom>
              <a:grpFill/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559156-CFD9-4EBA-AA23-E4C6F02FAC87}"/>
              </a:ext>
            </a:extLst>
          </p:cNvPr>
          <p:cNvCxnSpPr/>
          <p:nvPr userDrawn="1"/>
        </p:nvCxnSpPr>
        <p:spPr>
          <a:xfrm flipV="1">
            <a:off x="11296561" y="240352"/>
            <a:ext cx="0" cy="39165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7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0D66EC2E-810C-FCBF-43AE-66690403C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288" y="203954"/>
            <a:ext cx="1328277" cy="421645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4EC9360-2927-6E76-9F68-D9B4ABE800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72238D4A-1B4A-3952-C087-BA008C449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47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493338"/>
            <a:ext cx="11397203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D66EC2E-810C-FCBF-43AE-66690403C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288" y="203954"/>
            <a:ext cx="1328277" cy="421645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847C3-C1E3-FC0E-6063-2006DE1133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07" y="945435"/>
            <a:ext cx="11396989" cy="417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4D72E61-C6ED-3F29-DBFD-1D30B826D7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6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389317"/>
            <a:ext cx="11397203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D66EC2E-810C-FCBF-43AE-66690403C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123" y="234260"/>
            <a:ext cx="1328277" cy="421645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760399"/>
            <a:ext cx="11397201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0AAEC1-0BED-7DF9-4F7B-B0F2A4344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31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929658"/>
            <a:ext cx="11397207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0" y="748951"/>
            <a:ext cx="11396993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847C3-C1E3-FC0E-6063-2006DE1133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08" y="1329257"/>
            <a:ext cx="11396993" cy="417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B299DD-DF1A-AF8E-11BE-C1EFB81F9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123" y="203954"/>
            <a:ext cx="1328277" cy="421645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68260B8-4032-438D-EEC4-D09BAA5CFF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505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A7BAE83-FF19-021F-B2ED-A909D1C5E3E3}"/>
              </a:ext>
            </a:extLst>
          </p:cNvPr>
          <p:cNvSpPr/>
          <p:nvPr userDrawn="1"/>
        </p:nvSpPr>
        <p:spPr>
          <a:xfrm>
            <a:off x="7380205" y="0"/>
            <a:ext cx="4813675" cy="6857624"/>
          </a:xfrm>
          <a:custGeom>
            <a:avLst/>
            <a:gdLst>
              <a:gd name="connsiteX0" fmla="*/ 2422074 w 7937550"/>
              <a:gd name="connsiteY0" fmla="*/ 0 h 11308730"/>
              <a:gd name="connsiteX1" fmla="*/ 7937550 w 7937550"/>
              <a:gd name="connsiteY1" fmla="*/ 0 h 11308730"/>
              <a:gd name="connsiteX2" fmla="*/ 7937550 w 7937550"/>
              <a:gd name="connsiteY2" fmla="*/ 11308730 h 11308730"/>
              <a:gd name="connsiteX3" fmla="*/ 324713 w 7937550"/>
              <a:gd name="connsiteY3" fmla="*/ 11308730 h 11308730"/>
              <a:gd name="connsiteX4" fmla="*/ 279049 w 7937550"/>
              <a:gd name="connsiteY4" fmla="*/ 11222386 h 11308730"/>
              <a:gd name="connsiteX5" fmla="*/ 198155 w 7937550"/>
              <a:gd name="connsiteY5" fmla="*/ 11043296 h 11308730"/>
              <a:gd name="connsiteX6" fmla="*/ 131311 w 7937550"/>
              <a:gd name="connsiteY6" fmla="*/ 10855736 h 11308730"/>
              <a:gd name="connsiteX7" fmla="*/ 78311 w 7937550"/>
              <a:gd name="connsiteY7" fmla="*/ 10659501 h 11308730"/>
              <a:gd name="connsiteX8" fmla="*/ 39052 w 7937550"/>
              <a:gd name="connsiteY8" fmla="*/ 10454487 h 11308730"/>
              <a:gd name="connsiteX9" fmla="*/ 13327 w 7937550"/>
              <a:gd name="connsiteY9" fmla="*/ 10240694 h 11308730"/>
              <a:gd name="connsiteX10" fmla="*/ 5579 w 7937550"/>
              <a:gd name="connsiteY10" fmla="*/ 10130492 h 11308730"/>
              <a:gd name="connsiteX11" fmla="*/ 1136 w 7937550"/>
              <a:gd name="connsiteY11" fmla="*/ 10018018 h 11308730"/>
              <a:gd name="connsiteX12" fmla="*/ 0 w 7937550"/>
              <a:gd name="connsiteY12" fmla="*/ 9903272 h 11308730"/>
              <a:gd name="connsiteX13" fmla="*/ 2170 w 7937550"/>
              <a:gd name="connsiteY13" fmla="*/ 9786357 h 11308730"/>
              <a:gd name="connsiteX14" fmla="*/ 7645 w 7937550"/>
              <a:gd name="connsiteY14" fmla="*/ 9667067 h 11308730"/>
              <a:gd name="connsiteX15" fmla="*/ 16427 w 7937550"/>
              <a:gd name="connsiteY15" fmla="*/ 9545504 h 11308730"/>
              <a:gd name="connsiteX16" fmla="*/ 28411 w 7937550"/>
              <a:gd name="connsiteY16" fmla="*/ 9421566 h 11308730"/>
              <a:gd name="connsiteX17" fmla="*/ 43598 w 7937550"/>
              <a:gd name="connsiteY17" fmla="*/ 9295460 h 11308730"/>
              <a:gd name="connsiteX18" fmla="*/ 62091 w 7937550"/>
              <a:gd name="connsiteY18" fmla="*/ 9166874 h 11308730"/>
              <a:gd name="connsiteX19" fmla="*/ 83787 w 7937550"/>
              <a:gd name="connsiteY19" fmla="*/ 9036016 h 11308730"/>
              <a:gd name="connsiteX20" fmla="*/ 108582 w 7937550"/>
              <a:gd name="connsiteY20" fmla="*/ 8902886 h 11308730"/>
              <a:gd name="connsiteX21" fmla="*/ 136580 w 7937550"/>
              <a:gd name="connsiteY21" fmla="*/ 8767277 h 11308730"/>
              <a:gd name="connsiteX22" fmla="*/ 167781 w 7937550"/>
              <a:gd name="connsiteY22" fmla="*/ 8629292 h 11308730"/>
              <a:gd name="connsiteX23" fmla="*/ 202081 w 7937550"/>
              <a:gd name="connsiteY23" fmla="*/ 8488932 h 11308730"/>
              <a:gd name="connsiteX24" fmla="*/ 239480 w 7937550"/>
              <a:gd name="connsiteY24" fmla="*/ 8346197 h 11308730"/>
              <a:gd name="connsiteX25" fmla="*/ 279979 w 7937550"/>
              <a:gd name="connsiteY25" fmla="*/ 8201086 h 11308730"/>
              <a:gd name="connsiteX26" fmla="*/ 323577 w 7937550"/>
              <a:gd name="connsiteY26" fmla="*/ 8053497 h 11308730"/>
              <a:gd name="connsiteX27" fmla="*/ 370171 w 7937550"/>
              <a:gd name="connsiteY27" fmla="*/ 7903428 h 11308730"/>
              <a:gd name="connsiteX28" fmla="*/ 419865 w 7937550"/>
              <a:gd name="connsiteY28" fmla="*/ 7750984 h 11308730"/>
              <a:gd name="connsiteX29" fmla="*/ 472658 w 7937550"/>
              <a:gd name="connsiteY29" fmla="*/ 7595959 h 11308730"/>
              <a:gd name="connsiteX30" fmla="*/ 528344 w 7937550"/>
              <a:gd name="connsiteY30" fmla="*/ 7438557 h 11308730"/>
              <a:gd name="connsiteX31" fmla="*/ 587026 w 7937550"/>
              <a:gd name="connsiteY31" fmla="*/ 7278677 h 11308730"/>
              <a:gd name="connsiteX32" fmla="*/ 648703 w 7937550"/>
              <a:gd name="connsiteY32" fmla="*/ 7116215 h 11308730"/>
              <a:gd name="connsiteX33" fmla="*/ 713378 w 7937550"/>
              <a:gd name="connsiteY33" fmla="*/ 6951274 h 11308730"/>
              <a:gd name="connsiteX34" fmla="*/ 780944 w 7937550"/>
              <a:gd name="connsiteY34" fmla="*/ 6783751 h 11308730"/>
              <a:gd name="connsiteX35" fmla="*/ 851507 w 7937550"/>
              <a:gd name="connsiteY35" fmla="*/ 6613749 h 11308730"/>
              <a:gd name="connsiteX36" fmla="*/ 924860 w 7937550"/>
              <a:gd name="connsiteY36" fmla="*/ 6441166 h 11308730"/>
              <a:gd name="connsiteX37" fmla="*/ 1001208 w 7937550"/>
              <a:gd name="connsiteY37" fmla="*/ 6266103 h 11308730"/>
              <a:gd name="connsiteX38" fmla="*/ 1080346 w 7937550"/>
              <a:gd name="connsiteY38" fmla="*/ 6088355 h 11308730"/>
              <a:gd name="connsiteX39" fmla="*/ 1162377 w 7937550"/>
              <a:gd name="connsiteY39" fmla="*/ 5908128 h 11308730"/>
              <a:gd name="connsiteX40" fmla="*/ 1247197 w 7937550"/>
              <a:gd name="connsiteY40" fmla="*/ 5725217 h 11308730"/>
              <a:gd name="connsiteX41" fmla="*/ 1310321 w 7937550"/>
              <a:gd name="connsiteY41" fmla="*/ 5590537 h 11308730"/>
              <a:gd name="connsiteX42" fmla="*/ 1373342 w 7937550"/>
              <a:gd name="connsiteY42" fmla="*/ 5455652 h 11308730"/>
              <a:gd name="connsiteX43" fmla="*/ 1436363 w 7937550"/>
              <a:gd name="connsiteY43" fmla="*/ 5320662 h 11308730"/>
              <a:gd name="connsiteX44" fmla="*/ 1499074 w 7937550"/>
              <a:gd name="connsiteY44" fmla="*/ 5185467 h 11308730"/>
              <a:gd name="connsiteX45" fmla="*/ 1561372 w 7937550"/>
              <a:gd name="connsiteY45" fmla="*/ 5050064 h 11308730"/>
              <a:gd name="connsiteX46" fmla="*/ 1623257 w 7937550"/>
              <a:gd name="connsiteY46" fmla="*/ 4914663 h 11308730"/>
              <a:gd name="connsiteX47" fmla="*/ 1684521 w 7937550"/>
              <a:gd name="connsiteY47" fmla="*/ 4779156 h 11308730"/>
              <a:gd name="connsiteX48" fmla="*/ 1744960 w 7937550"/>
              <a:gd name="connsiteY48" fmla="*/ 4643547 h 11308730"/>
              <a:gd name="connsiteX49" fmla="*/ 1804675 w 7937550"/>
              <a:gd name="connsiteY49" fmla="*/ 4507835 h 11308730"/>
              <a:gd name="connsiteX50" fmla="*/ 1863253 w 7937550"/>
              <a:gd name="connsiteY50" fmla="*/ 4372124 h 11308730"/>
              <a:gd name="connsiteX51" fmla="*/ 1920799 w 7937550"/>
              <a:gd name="connsiteY51" fmla="*/ 4236410 h 11308730"/>
              <a:gd name="connsiteX52" fmla="*/ 1977104 w 7937550"/>
              <a:gd name="connsiteY52" fmla="*/ 4100698 h 11308730"/>
              <a:gd name="connsiteX53" fmla="*/ 2032067 w 7937550"/>
              <a:gd name="connsiteY53" fmla="*/ 3964986 h 11308730"/>
              <a:gd name="connsiteX54" fmla="*/ 2085480 w 7937550"/>
              <a:gd name="connsiteY54" fmla="*/ 3829377 h 11308730"/>
              <a:gd name="connsiteX55" fmla="*/ 2137240 w 7937550"/>
              <a:gd name="connsiteY55" fmla="*/ 3693768 h 11308730"/>
              <a:gd name="connsiteX56" fmla="*/ 2187347 w 7937550"/>
              <a:gd name="connsiteY56" fmla="*/ 3558262 h 11308730"/>
              <a:gd name="connsiteX57" fmla="*/ 2235594 w 7937550"/>
              <a:gd name="connsiteY57" fmla="*/ 3422860 h 11308730"/>
              <a:gd name="connsiteX58" fmla="*/ 2281775 w 7937550"/>
              <a:gd name="connsiteY58" fmla="*/ 3287561 h 11308730"/>
              <a:gd name="connsiteX59" fmla="*/ 2325890 w 7937550"/>
              <a:gd name="connsiteY59" fmla="*/ 3152365 h 11308730"/>
              <a:gd name="connsiteX60" fmla="*/ 2367731 w 7937550"/>
              <a:gd name="connsiteY60" fmla="*/ 3017376 h 11308730"/>
              <a:gd name="connsiteX61" fmla="*/ 2407197 w 7937550"/>
              <a:gd name="connsiteY61" fmla="*/ 2882490 h 11308730"/>
              <a:gd name="connsiteX62" fmla="*/ 2444183 w 7937550"/>
              <a:gd name="connsiteY62" fmla="*/ 2747811 h 11308730"/>
              <a:gd name="connsiteX63" fmla="*/ 2478483 w 7937550"/>
              <a:gd name="connsiteY63" fmla="*/ 2613441 h 11308730"/>
              <a:gd name="connsiteX64" fmla="*/ 2510097 w 7937550"/>
              <a:gd name="connsiteY64" fmla="*/ 2479278 h 11308730"/>
              <a:gd name="connsiteX65" fmla="*/ 2538818 w 7937550"/>
              <a:gd name="connsiteY65" fmla="*/ 2345322 h 11308730"/>
              <a:gd name="connsiteX66" fmla="*/ 2564543 w 7937550"/>
              <a:gd name="connsiteY66" fmla="*/ 2211675 h 11308730"/>
              <a:gd name="connsiteX67" fmla="*/ 2587169 w 7937550"/>
              <a:gd name="connsiteY67" fmla="*/ 2078235 h 11308730"/>
              <a:gd name="connsiteX68" fmla="*/ 2606592 w 7937550"/>
              <a:gd name="connsiteY68" fmla="*/ 1945208 h 11308730"/>
              <a:gd name="connsiteX69" fmla="*/ 2622605 w 7937550"/>
              <a:gd name="connsiteY69" fmla="*/ 1812491 h 11308730"/>
              <a:gd name="connsiteX70" fmla="*/ 2635106 w 7937550"/>
              <a:gd name="connsiteY70" fmla="*/ 1680084 h 11308730"/>
              <a:gd name="connsiteX71" fmla="*/ 2643888 w 7937550"/>
              <a:gd name="connsiteY71" fmla="*/ 1548090 h 11308730"/>
              <a:gd name="connsiteX72" fmla="*/ 2649053 w 7937550"/>
              <a:gd name="connsiteY72" fmla="*/ 1416509 h 11308730"/>
              <a:gd name="connsiteX73" fmla="*/ 2650293 w 7937550"/>
              <a:gd name="connsiteY73" fmla="*/ 1285238 h 11308730"/>
              <a:gd name="connsiteX74" fmla="*/ 2647607 w 7937550"/>
              <a:gd name="connsiteY74" fmla="*/ 1154483 h 11308730"/>
              <a:gd name="connsiteX75" fmla="*/ 2640685 w 7937550"/>
              <a:gd name="connsiteY75" fmla="*/ 1024142 h 11308730"/>
              <a:gd name="connsiteX76" fmla="*/ 2629527 w 7937550"/>
              <a:gd name="connsiteY76" fmla="*/ 894317 h 11308730"/>
              <a:gd name="connsiteX77" fmla="*/ 2614030 w 7937550"/>
              <a:gd name="connsiteY77" fmla="*/ 764905 h 11308730"/>
              <a:gd name="connsiteX78" fmla="*/ 2594091 w 7937550"/>
              <a:gd name="connsiteY78" fmla="*/ 636112 h 11308730"/>
              <a:gd name="connsiteX79" fmla="*/ 2569399 w 7937550"/>
              <a:gd name="connsiteY79" fmla="*/ 507733 h 11308730"/>
              <a:gd name="connsiteX80" fmla="*/ 2540058 w 7937550"/>
              <a:gd name="connsiteY80" fmla="*/ 379974 h 11308730"/>
              <a:gd name="connsiteX81" fmla="*/ 2505758 w 7937550"/>
              <a:gd name="connsiteY81" fmla="*/ 252730 h 11308730"/>
              <a:gd name="connsiteX82" fmla="*/ 2466499 w 7937550"/>
              <a:gd name="connsiteY82" fmla="*/ 126004 h 1130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937550" h="11308730">
                <a:moveTo>
                  <a:pt x="2422074" y="0"/>
                </a:moveTo>
                <a:lnTo>
                  <a:pt x="7937550" y="0"/>
                </a:lnTo>
                <a:lnTo>
                  <a:pt x="7937550" y="11308730"/>
                </a:lnTo>
                <a:lnTo>
                  <a:pt x="324713" y="11308730"/>
                </a:lnTo>
                <a:lnTo>
                  <a:pt x="279049" y="11222386"/>
                </a:lnTo>
                <a:lnTo>
                  <a:pt x="198155" y="11043296"/>
                </a:lnTo>
                <a:lnTo>
                  <a:pt x="131311" y="10855736"/>
                </a:lnTo>
                <a:lnTo>
                  <a:pt x="78311" y="10659501"/>
                </a:lnTo>
                <a:lnTo>
                  <a:pt x="39052" y="10454487"/>
                </a:lnTo>
                <a:lnTo>
                  <a:pt x="13327" y="10240694"/>
                </a:lnTo>
                <a:lnTo>
                  <a:pt x="5579" y="10130492"/>
                </a:lnTo>
                <a:lnTo>
                  <a:pt x="1136" y="10018018"/>
                </a:lnTo>
                <a:lnTo>
                  <a:pt x="0" y="9903272"/>
                </a:lnTo>
                <a:lnTo>
                  <a:pt x="2170" y="9786357"/>
                </a:lnTo>
                <a:lnTo>
                  <a:pt x="7645" y="9667067"/>
                </a:lnTo>
                <a:lnTo>
                  <a:pt x="16427" y="9545504"/>
                </a:lnTo>
                <a:lnTo>
                  <a:pt x="28411" y="9421566"/>
                </a:lnTo>
                <a:lnTo>
                  <a:pt x="43598" y="9295460"/>
                </a:lnTo>
                <a:lnTo>
                  <a:pt x="62091" y="9166874"/>
                </a:lnTo>
                <a:lnTo>
                  <a:pt x="83787" y="9036016"/>
                </a:lnTo>
                <a:lnTo>
                  <a:pt x="108582" y="8902886"/>
                </a:lnTo>
                <a:lnTo>
                  <a:pt x="136580" y="8767277"/>
                </a:lnTo>
                <a:lnTo>
                  <a:pt x="167781" y="8629292"/>
                </a:lnTo>
                <a:lnTo>
                  <a:pt x="202081" y="8488932"/>
                </a:lnTo>
                <a:lnTo>
                  <a:pt x="239480" y="8346197"/>
                </a:lnTo>
                <a:lnTo>
                  <a:pt x="279979" y="8201086"/>
                </a:lnTo>
                <a:lnTo>
                  <a:pt x="323577" y="8053497"/>
                </a:lnTo>
                <a:lnTo>
                  <a:pt x="370171" y="7903428"/>
                </a:lnTo>
                <a:lnTo>
                  <a:pt x="419865" y="7750984"/>
                </a:lnTo>
                <a:lnTo>
                  <a:pt x="472658" y="7595959"/>
                </a:lnTo>
                <a:lnTo>
                  <a:pt x="528344" y="7438557"/>
                </a:lnTo>
                <a:lnTo>
                  <a:pt x="587026" y="7278677"/>
                </a:lnTo>
                <a:lnTo>
                  <a:pt x="648703" y="7116215"/>
                </a:lnTo>
                <a:lnTo>
                  <a:pt x="713378" y="6951274"/>
                </a:lnTo>
                <a:lnTo>
                  <a:pt x="780944" y="6783751"/>
                </a:lnTo>
                <a:lnTo>
                  <a:pt x="851507" y="6613749"/>
                </a:lnTo>
                <a:lnTo>
                  <a:pt x="924860" y="6441166"/>
                </a:lnTo>
                <a:lnTo>
                  <a:pt x="1001208" y="6266103"/>
                </a:lnTo>
                <a:lnTo>
                  <a:pt x="1080346" y="6088355"/>
                </a:lnTo>
                <a:lnTo>
                  <a:pt x="1162377" y="5908128"/>
                </a:lnTo>
                <a:lnTo>
                  <a:pt x="1247197" y="5725217"/>
                </a:lnTo>
                <a:lnTo>
                  <a:pt x="1310321" y="5590537"/>
                </a:lnTo>
                <a:lnTo>
                  <a:pt x="1373342" y="5455652"/>
                </a:lnTo>
                <a:lnTo>
                  <a:pt x="1436363" y="5320662"/>
                </a:lnTo>
                <a:lnTo>
                  <a:pt x="1499074" y="5185467"/>
                </a:lnTo>
                <a:lnTo>
                  <a:pt x="1561372" y="5050064"/>
                </a:lnTo>
                <a:lnTo>
                  <a:pt x="1623257" y="4914663"/>
                </a:lnTo>
                <a:lnTo>
                  <a:pt x="1684521" y="4779156"/>
                </a:lnTo>
                <a:lnTo>
                  <a:pt x="1744960" y="4643547"/>
                </a:lnTo>
                <a:lnTo>
                  <a:pt x="1804675" y="4507835"/>
                </a:lnTo>
                <a:lnTo>
                  <a:pt x="1863253" y="4372124"/>
                </a:lnTo>
                <a:lnTo>
                  <a:pt x="1920799" y="4236410"/>
                </a:lnTo>
                <a:lnTo>
                  <a:pt x="1977104" y="4100698"/>
                </a:lnTo>
                <a:lnTo>
                  <a:pt x="2032067" y="3964986"/>
                </a:lnTo>
                <a:lnTo>
                  <a:pt x="2085480" y="3829377"/>
                </a:lnTo>
                <a:lnTo>
                  <a:pt x="2137240" y="3693768"/>
                </a:lnTo>
                <a:lnTo>
                  <a:pt x="2187347" y="3558262"/>
                </a:lnTo>
                <a:lnTo>
                  <a:pt x="2235594" y="3422860"/>
                </a:lnTo>
                <a:lnTo>
                  <a:pt x="2281775" y="3287561"/>
                </a:lnTo>
                <a:lnTo>
                  <a:pt x="2325890" y="3152365"/>
                </a:lnTo>
                <a:lnTo>
                  <a:pt x="2367731" y="3017376"/>
                </a:lnTo>
                <a:lnTo>
                  <a:pt x="2407197" y="2882490"/>
                </a:lnTo>
                <a:lnTo>
                  <a:pt x="2444183" y="2747811"/>
                </a:lnTo>
                <a:lnTo>
                  <a:pt x="2478483" y="2613441"/>
                </a:lnTo>
                <a:lnTo>
                  <a:pt x="2510097" y="2479278"/>
                </a:lnTo>
                <a:lnTo>
                  <a:pt x="2538818" y="2345322"/>
                </a:lnTo>
                <a:lnTo>
                  <a:pt x="2564543" y="2211675"/>
                </a:lnTo>
                <a:lnTo>
                  <a:pt x="2587169" y="2078235"/>
                </a:lnTo>
                <a:lnTo>
                  <a:pt x="2606592" y="1945208"/>
                </a:lnTo>
                <a:lnTo>
                  <a:pt x="2622605" y="1812491"/>
                </a:lnTo>
                <a:lnTo>
                  <a:pt x="2635106" y="1680084"/>
                </a:lnTo>
                <a:lnTo>
                  <a:pt x="2643888" y="1548090"/>
                </a:lnTo>
                <a:lnTo>
                  <a:pt x="2649053" y="1416509"/>
                </a:lnTo>
                <a:lnTo>
                  <a:pt x="2650293" y="1285238"/>
                </a:lnTo>
                <a:lnTo>
                  <a:pt x="2647607" y="1154483"/>
                </a:lnTo>
                <a:lnTo>
                  <a:pt x="2640685" y="1024142"/>
                </a:lnTo>
                <a:lnTo>
                  <a:pt x="2629527" y="894317"/>
                </a:lnTo>
                <a:lnTo>
                  <a:pt x="2614030" y="764905"/>
                </a:lnTo>
                <a:lnTo>
                  <a:pt x="2594091" y="636112"/>
                </a:lnTo>
                <a:lnTo>
                  <a:pt x="2569399" y="507733"/>
                </a:lnTo>
                <a:lnTo>
                  <a:pt x="2540058" y="379974"/>
                </a:lnTo>
                <a:lnTo>
                  <a:pt x="2505758" y="252730"/>
                </a:lnTo>
                <a:lnTo>
                  <a:pt x="2466499" y="1260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1F539-E398-02D9-1AE7-21C3A02A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99" y="365127"/>
            <a:ext cx="8101573" cy="4199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0F670-3B3A-1E5A-65A8-0F5E1B80A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5977B1-CFBD-B262-6373-2B5353C7FFB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38DF39D-90A0-D073-0088-1FE91635B2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288" y="203954"/>
            <a:ext cx="1328277" cy="4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90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0224C8C0-421D-CEE3-36ED-5B1FE357F601}"/>
              </a:ext>
            </a:extLst>
          </p:cNvPr>
          <p:cNvSpPr/>
          <p:nvPr userDrawn="1"/>
        </p:nvSpPr>
        <p:spPr>
          <a:xfrm rot="5400000">
            <a:off x="4176279" y="-1157721"/>
            <a:ext cx="3839443" cy="12192000"/>
          </a:xfrm>
          <a:custGeom>
            <a:avLst/>
            <a:gdLst>
              <a:gd name="connsiteX0" fmla="*/ 0 w 6331525"/>
              <a:gd name="connsiteY0" fmla="*/ 2498554 h 20104099"/>
              <a:gd name="connsiteX1" fmla="*/ 2019 w 6331525"/>
              <a:gd name="connsiteY1" fmla="*/ 2294564 h 20104099"/>
              <a:gd name="connsiteX2" fmla="*/ 9918 w 6331525"/>
              <a:gd name="connsiteY2" fmla="*/ 2094614 h 20104099"/>
              <a:gd name="connsiteX3" fmla="*/ 23692 w 6331525"/>
              <a:gd name="connsiteY3" fmla="*/ 1898702 h 20104099"/>
              <a:gd name="connsiteX4" fmla="*/ 69424 w 6331525"/>
              <a:gd name="connsiteY4" fmla="*/ 1518630 h 20104099"/>
              <a:gd name="connsiteX5" fmla="*/ 139218 w 6331525"/>
              <a:gd name="connsiteY5" fmla="*/ 1154168 h 20104099"/>
              <a:gd name="connsiteX6" fmla="*/ 233438 w 6331525"/>
              <a:gd name="connsiteY6" fmla="*/ 805310 h 20104099"/>
              <a:gd name="connsiteX7" fmla="*/ 352270 w 6331525"/>
              <a:gd name="connsiteY7" fmla="*/ 471876 h 20104099"/>
              <a:gd name="connsiteX8" fmla="*/ 496079 w 6331525"/>
              <a:gd name="connsiteY8" fmla="*/ 153498 h 20104099"/>
              <a:gd name="connsiteX9" fmla="*/ 577259 w 6331525"/>
              <a:gd name="connsiteY9" fmla="*/ 0 h 20104099"/>
              <a:gd name="connsiteX10" fmla="*/ 6331525 w 6331525"/>
              <a:gd name="connsiteY10" fmla="*/ 0 h 20104099"/>
              <a:gd name="connsiteX11" fmla="*/ 6331525 w 6331525"/>
              <a:gd name="connsiteY11" fmla="*/ 20104099 h 20104099"/>
              <a:gd name="connsiteX12" fmla="*/ 4305843 w 6331525"/>
              <a:gd name="connsiteY12" fmla="*/ 20104099 h 20104099"/>
              <a:gd name="connsiteX13" fmla="*/ 4384820 w 6331525"/>
              <a:gd name="connsiteY13" fmla="*/ 19880095 h 20104099"/>
              <a:gd name="connsiteX14" fmla="*/ 4454612 w 6331525"/>
              <a:gd name="connsiteY14" fmla="*/ 19654808 h 20104099"/>
              <a:gd name="connsiteX15" fmla="*/ 4515589 w 6331525"/>
              <a:gd name="connsiteY15" fmla="*/ 19428600 h 20104099"/>
              <a:gd name="connsiteX16" fmla="*/ 4567750 w 6331525"/>
              <a:gd name="connsiteY16" fmla="*/ 19201477 h 20104099"/>
              <a:gd name="connsiteX17" fmla="*/ 4611646 w 6331525"/>
              <a:gd name="connsiteY17" fmla="*/ 18973251 h 20104099"/>
              <a:gd name="connsiteX18" fmla="*/ 4647093 w 6331525"/>
              <a:gd name="connsiteY18" fmla="*/ 18744289 h 20104099"/>
              <a:gd name="connsiteX19" fmla="*/ 4674643 w 6331525"/>
              <a:gd name="connsiteY19" fmla="*/ 18514227 h 20104099"/>
              <a:gd name="connsiteX20" fmla="*/ 4694479 w 6331525"/>
              <a:gd name="connsiteY20" fmla="*/ 18283430 h 20104099"/>
              <a:gd name="connsiteX21" fmla="*/ 4706784 w 6331525"/>
              <a:gd name="connsiteY21" fmla="*/ 18051717 h 20104099"/>
              <a:gd name="connsiteX22" fmla="*/ 4711559 w 6331525"/>
              <a:gd name="connsiteY22" fmla="*/ 17819266 h 20104099"/>
              <a:gd name="connsiteX23" fmla="*/ 4709355 w 6331525"/>
              <a:gd name="connsiteY23" fmla="*/ 17585899 h 20104099"/>
              <a:gd name="connsiteX24" fmla="*/ 4700172 w 6331525"/>
              <a:gd name="connsiteY24" fmla="*/ 17351981 h 20104099"/>
              <a:gd name="connsiteX25" fmla="*/ 4684560 w 6331525"/>
              <a:gd name="connsiteY25" fmla="*/ 17117329 h 20104099"/>
              <a:gd name="connsiteX26" fmla="*/ 4662337 w 6331525"/>
              <a:gd name="connsiteY26" fmla="*/ 16881942 h 20104099"/>
              <a:gd name="connsiteX27" fmla="*/ 4633870 w 6331525"/>
              <a:gd name="connsiteY27" fmla="*/ 16646004 h 20104099"/>
              <a:gd name="connsiteX28" fmla="*/ 4599340 w 6331525"/>
              <a:gd name="connsiteY28" fmla="*/ 16409516 h 20104099"/>
              <a:gd name="connsiteX29" fmla="*/ 4559117 w 6331525"/>
              <a:gd name="connsiteY29" fmla="*/ 16172293 h 20104099"/>
              <a:gd name="connsiteX30" fmla="*/ 4513384 w 6331525"/>
              <a:gd name="connsiteY30" fmla="*/ 15934702 h 20104099"/>
              <a:gd name="connsiteX31" fmla="*/ 4462326 w 6331525"/>
              <a:gd name="connsiteY31" fmla="*/ 15696563 h 20104099"/>
              <a:gd name="connsiteX32" fmla="*/ 4406124 w 6331525"/>
              <a:gd name="connsiteY32" fmla="*/ 15458053 h 20104099"/>
              <a:gd name="connsiteX33" fmla="*/ 4345147 w 6331525"/>
              <a:gd name="connsiteY33" fmla="*/ 15219176 h 20104099"/>
              <a:gd name="connsiteX34" fmla="*/ 4279395 w 6331525"/>
              <a:gd name="connsiteY34" fmla="*/ 14979751 h 20104099"/>
              <a:gd name="connsiteX35" fmla="*/ 4209234 w 6331525"/>
              <a:gd name="connsiteY35" fmla="*/ 14739957 h 20104099"/>
              <a:gd name="connsiteX36" fmla="*/ 4134852 w 6331525"/>
              <a:gd name="connsiteY36" fmla="*/ 14499980 h 20104099"/>
              <a:gd name="connsiteX37" fmla="*/ 4056426 w 6331525"/>
              <a:gd name="connsiteY37" fmla="*/ 14259636 h 20104099"/>
              <a:gd name="connsiteX38" fmla="*/ 3974328 w 6331525"/>
              <a:gd name="connsiteY38" fmla="*/ 14019108 h 20104099"/>
              <a:gd name="connsiteX39" fmla="*/ 3888557 w 6331525"/>
              <a:gd name="connsiteY39" fmla="*/ 13778397 h 20104099"/>
              <a:gd name="connsiteX40" fmla="*/ 3799479 w 6331525"/>
              <a:gd name="connsiteY40" fmla="*/ 13537501 h 20104099"/>
              <a:gd name="connsiteX41" fmla="*/ 3707462 w 6331525"/>
              <a:gd name="connsiteY41" fmla="*/ 13296422 h 20104099"/>
              <a:gd name="connsiteX42" fmla="*/ 3612508 w 6331525"/>
              <a:gd name="connsiteY42" fmla="*/ 13055344 h 20104099"/>
              <a:gd name="connsiteX43" fmla="*/ 3514797 w 6331525"/>
              <a:gd name="connsiteY43" fmla="*/ 12814081 h 20104099"/>
              <a:gd name="connsiteX44" fmla="*/ 3414701 w 6331525"/>
              <a:gd name="connsiteY44" fmla="*/ 12572819 h 20104099"/>
              <a:gd name="connsiteX45" fmla="*/ 3312399 w 6331525"/>
              <a:gd name="connsiteY45" fmla="*/ 12331556 h 20104099"/>
              <a:gd name="connsiteX46" fmla="*/ 3208261 w 6331525"/>
              <a:gd name="connsiteY46" fmla="*/ 12090293 h 20104099"/>
              <a:gd name="connsiteX47" fmla="*/ 3102103 w 6331525"/>
              <a:gd name="connsiteY47" fmla="*/ 11849031 h 20104099"/>
              <a:gd name="connsiteX48" fmla="*/ 2994658 w 6331525"/>
              <a:gd name="connsiteY48" fmla="*/ 11607954 h 20104099"/>
              <a:gd name="connsiteX49" fmla="*/ 2885746 w 6331525"/>
              <a:gd name="connsiteY49" fmla="*/ 11367057 h 20104099"/>
              <a:gd name="connsiteX50" fmla="*/ 2775730 w 6331525"/>
              <a:gd name="connsiteY50" fmla="*/ 11126347 h 20104099"/>
              <a:gd name="connsiteX51" fmla="*/ 2664979 w 6331525"/>
              <a:gd name="connsiteY51" fmla="*/ 10885636 h 20104099"/>
              <a:gd name="connsiteX52" fmla="*/ 2553495 w 6331525"/>
              <a:gd name="connsiteY52" fmla="*/ 10645292 h 20104099"/>
              <a:gd name="connsiteX53" fmla="*/ 2441459 w 6331525"/>
              <a:gd name="connsiteY53" fmla="*/ 10405313 h 20104099"/>
              <a:gd name="connsiteX54" fmla="*/ 2329424 w 6331525"/>
              <a:gd name="connsiteY54" fmla="*/ 10165521 h 20104099"/>
              <a:gd name="connsiteX55" fmla="*/ 2217205 w 6331525"/>
              <a:gd name="connsiteY55" fmla="*/ 9926094 h 20104099"/>
              <a:gd name="connsiteX56" fmla="*/ 2066417 w 6331525"/>
              <a:gd name="connsiteY56" fmla="*/ 9600924 h 20104099"/>
              <a:gd name="connsiteX57" fmla="*/ 1920585 w 6331525"/>
              <a:gd name="connsiteY57" fmla="*/ 9280525 h 20104099"/>
              <a:gd name="connsiteX58" fmla="*/ 1779898 w 6331525"/>
              <a:gd name="connsiteY58" fmla="*/ 8964533 h 20104099"/>
              <a:gd name="connsiteX59" fmla="*/ 1644171 w 6331525"/>
              <a:gd name="connsiteY59" fmla="*/ 8653315 h 20104099"/>
              <a:gd name="connsiteX60" fmla="*/ 1513767 w 6331525"/>
              <a:gd name="connsiteY60" fmla="*/ 8346506 h 20104099"/>
              <a:gd name="connsiteX61" fmla="*/ 1388323 w 6331525"/>
              <a:gd name="connsiteY61" fmla="*/ 8044285 h 20104099"/>
              <a:gd name="connsiteX62" fmla="*/ 1268208 w 6331525"/>
              <a:gd name="connsiteY62" fmla="*/ 7746470 h 20104099"/>
              <a:gd name="connsiteX63" fmla="*/ 1153232 w 6331525"/>
              <a:gd name="connsiteY63" fmla="*/ 7453246 h 20104099"/>
              <a:gd name="connsiteX64" fmla="*/ 1043585 w 6331525"/>
              <a:gd name="connsiteY64" fmla="*/ 7164430 h 20104099"/>
              <a:gd name="connsiteX65" fmla="*/ 939264 w 6331525"/>
              <a:gd name="connsiteY65" fmla="*/ 6880203 h 20104099"/>
              <a:gd name="connsiteX66" fmla="*/ 840268 w 6331525"/>
              <a:gd name="connsiteY66" fmla="*/ 6600381 h 20104099"/>
              <a:gd name="connsiteX67" fmla="*/ 746415 w 6331525"/>
              <a:gd name="connsiteY67" fmla="*/ 6324786 h 20104099"/>
              <a:gd name="connsiteX68" fmla="*/ 658072 w 6331525"/>
              <a:gd name="connsiteY68" fmla="*/ 6053778 h 20104099"/>
              <a:gd name="connsiteX69" fmla="*/ 575239 w 6331525"/>
              <a:gd name="connsiteY69" fmla="*/ 5786993 h 20104099"/>
              <a:gd name="connsiteX70" fmla="*/ 497733 w 6331525"/>
              <a:gd name="connsiteY70" fmla="*/ 5524617 h 20104099"/>
              <a:gd name="connsiteX71" fmla="*/ 425736 w 6331525"/>
              <a:gd name="connsiteY71" fmla="*/ 5266645 h 20104099"/>
              <a:gd name="connsiteX72" fmla="*/ 359249 w 6331525"/>
              <a:gd name="connsiteY72" fmla="*/ 5012898 h 20104099"/>
              <a:gd name="connsiteX73" fmla="*/ 298272 w 6331525"/>
              <a:gd name="connsiteY73" fmla="*/ 4763373 h 20104099"/>
              <a:gd name="connsiteX74" fmla="*/ 242805 w 6331525"/>
              <a:gd name="connsiteY74" fmla="*/ 4518070 h 20104099"/>
              <a:gd name="connsiteX75" fmla="*/ 193031 w 6331525"/>
              <a:gd name="connsiteY75" fmla="*/ 4276991 h 20104099"/>
              <a:gd name="connsiteX76" fmla="*/ 148953 w 6331525"/>
              <a:gd name="connsiteY76" fmla="*/ 4040319 h 20104099"/>
              <a:gd name="connsiteX77" fmla="*/ 110383 w 6331525"/>
              <a:gd name="connsiteY77" fmla="*/ 3807686 h 20104099"/>
              <a:gd name="connsiteX78" fmla="*/ 77506 w 6331525"/>
              <a:gd name="connsiteY78" fmla="*/ 3579093 h 20104099"/>
              <a:gd name="connsiteX79" fmla="*/ 50507 w 6331525"/>
              <a:gd name="connsiteY79" fmla="*/ 3354908 h 20104099"/>
              <a:gd name="connsiteX80" fmla="*/ 29203 w 6331525"/>
              <a:gd name="connsiteY80" fmla="*/ 3134576 h 20104099"/>
              <a:gd name="connsiteX81" fmla="*/ 13591 w 6331525"/>
              <a:gd name="connsiteY81" fmla="*/ 2918468 h 20104099"/>
              <a:gd name="connsiteX82" fmla="*/ 3858 w 6331525"/>
              <a:gd name="connsiteY82" fmla="*/ 2706400 h 20104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331525" h="20104099">
                <a:moveTo>
                  <a:pt x="0" y="2498554"/>
                </a:moveTo>
                <a:lnTo>
                  <a:pt x="2019" y="2294564"/>
                </a:lnTo>
                <a:lnTo>
                  <a:pt x="9918" y="2094614"/>
                </a:lnTo>
                <a:lnTo>
                  <a:pt x="23692" y="1898702"/>
                </a:lnTo>
                <a:lnTo>
                  <a:pt x="69424" y="1518630"/>
                </a:lnTo>
                <a:lnTo>
                  <a:pt x="139218" y="1154168"/>
                </a:lnTo>
                <a:lnTo>
                  <a:pt x="233438" y="805310"/>
                </a:lnTo>
                <a:lnTo>
                  <a:pt x="352270" y="471876"/>
                </a:lnTo>
                <a:lnTo>
                  <a:pt x="496079" y="153498"/>
                </a:lnTo>
                <a:lnTo>
                  <a:pt x="577259" y="0"/>
                </a:lnTo>
                <a:lnTo>
                  <a:pt x="6331525" y="0"/>
                </a:lnTo>
                <a:lnTo>
                  <a:pt x="6331525" y="20104099"/>
                </a:lnTo>
                <a:lnTo>
                  <a:pt x="4305843" y="20104099"/>
                </a:lnTo>
                <a:lnTo>
                  <a:pt x="4384820" y="19880095"/>
                </a:lnTo>
                <a:lnTo>
                  <a:pt x="4454612" y="19654808"/>
                </a:lnTo>
                <a:lnTo>
                  <a:pt x="4515589" y="19428600"/>
                </a:lnTo>
                <a:lnTo>
                  <a:pt x="4567750" y="19201477"/>
                </a:lnTo>
                <a:lnTo>
                  <a:pt x="4611646" y="18973251"/>
                </a:lnTo>
                <a:lnTo>
                  <a:pt x="4647093" y="18744289"/>
                </a:lnTo>
                <a:lnTo>
                  <a:pt x="4674643" y="18514227"/>
                </a:lnTo>
                <a:lnTo>
                  <a:pt x="4694479" y="18283430"/>
                </a:lnTo>
                <a:lnTo>
                  <a:pt x="4706784" y="18051717"/>
                </a:lnTo>
                <a:lnTo>
                  <a:pt x="4711559" y="17819266"/>
                </a:lnTo>
                <a:lnTo>
                  <a:pt x="4709355" y="17585899"/>
                </a:lnTo>
                <a:lnTo>
                  <a:pt x="4700172" y="17351981"/>
                </a:lnTo>
                <a:lnTo>
                  <a:pt x="4684560" y="17117329"/>
                </a:lnTo>
                <a:lnTo>
                  <a:pt x="4662337" y="16881942"/>
                </a:lnTo>
                <a:lnTo>
                  <a:pt x="4633870" y="16646004"/>
                </a:lnTo>
                <a:lnTo>
                  <a:pt x="4599340" y="16409516"/>
                </a:lnTo>
                <a:lnTo>
                  <a:pt x="4559117" y="16172293"/>
                </a:lnTo>
                <a:lnTo>
                  <a:pt x="4513384" y="15934702"/>
                </a:lnTo>
                <a:lnTo>
                  <a:pt x="4462326" y="15696563"/>
                </a:lnTo>
                <a:lnTo>
                  <a:pt x="4406124" y="15458053"/>
                </a:lnTo>
                <a:lnTo>
                  <a:pt x="4345147" y="15219176"/>
                </a:lnTo>
                <a:lnTo>
                  <a:pt x="4279395" y="14979751"/>
                </a:lnTo>
                <a:lnTo>
                  <a:pt x="4209234" y="14739957"/>
                </a:lnTo>
                <a:lnTo>
                  <a:pt x="4134852" y="14499980"/>
                </a:lnTo>
                <a:lnTo>
                  <a:pt x="4056426" y="14259636"/>
                </a:lnTo>
                <a:lnTo>
                  <a:pt x="3974328" y="14019108"/>
                </a:lnTo>
                <a:lnTo>
                  <a:pt x="3888557" y="13778397"/>
                </a:lnTo>
                <a:lnTo>
                  <a:pt x="3799479" y="13537501"/>
                </a:lnTo>
                <a:lnTo>
                  <a:pt x="3707462" y="13296422"/>
                </a:lnTo>
                <a:lnTo>
                  <a:pt x="3612508" y="13055344"/>
                </a:lnTo>
                <a:lnTo>
                  <a:pt x="3514797" y="12814081"/>
                </a:lnTo>
                <a:lnTo>
                  <a:pt x="3414701" y="12572819"/>
                </a:lnTo>
                <a:lnTo>
                  <a:pt x="3312399" y="12331556"/>
                </a:lnTo>
                <a:lnTo>
                  <a:pt x="3208261" y="12090293"/>
                </a:lnTo>
                <a:lnTo>
                  <a:pt x="3102103" y="11849031"/>
                </a:lnTo>
                <a:lnTo>
                  <a:pt x="2994658" y="11607954"/>
                </a:lnTo>
                <a:lnTo>
                  <a:pt x="2885746" y="11367057"/>
                </a:lnTo>
                <a:lnTo>
                  <a:pt x="2775730" y="11126347"/>
                </a:lnTo>
                <a:lnTo>
                  <a:pt x="2664979" y="10885636"/>
                </a:lnTo>
                <a:lnTo>
                  <a:pt x="2553495" y="10645292"/>
                </a:lnTo>
                <a:lnTo>
                  <a:pt x="2441459" y="10405313"/>
                </a:lnTo>
                <a:lnTo>
                  <a:pt x="2329424" y="10165521"/>
                </a:lnTo>
                <a:lnTo>
                  <a:pt x="2217205" y="9926094"/>
                </a:lnTo>
                <a:lnTo>
                  <a:pt x="2066417" y="9600924"/>
                </a:lnTo>
                <a:lnTo>
                  <a:pt x="1920585" y="9280525"/>
                </a:lnTo>
                <a:lnTo>
                  <a:pt x="1779898" y="8964533"/>
                </a:lnTo>
                <a:lnTo>
                  <a:pt x="1644171" y="8653315"/>
                </a:lnTo>
                <a:lnTo>
                  <a:pt x="1513767" y="8346506"/>
                </a:lnTo>
                <a:lnTo>
                  <a:pt x="1388323" y="8044285"/>
                </a:lnTo>
                <a:lnTo>
                  <a:pt x="1268208" y="7746470"/>
                </a:lnTo>
                <a:lnTo>
                  <a:pt x="1153232" y="7453246"/>
                </a:lnTo>
                <a:lnTo>
                  <a:pt x="1043585" y="7164430"/>
                </a:lnTo>
                <a:lnTo>
                  <a:pt x="939264" y="6880203"/>
                </a:lnTo>
                <a:lnTo>
                  <a:pt x="840268" y="6600381"/>
                </a:lnTo>
                <a:lnTo>
                  <a:pt x="746415" y="6324786"/>
                </a:lnTo>
                <a:lnTo>
                  <a:pt x="658072" y="6053778"/>
                </a:lnTo>
                <a:lnTo>
                  <a:pt x="575239" y="5786993"/>
                </a:lnTo>
                <a:lnTo>
                  <a:pt x="497733" y="5524617"/>
                </a:lnTo>
                <a:lnTo>
                  <a:pt x="425736" y="5266645"/>
                </a:lnTo>
                <a:lnTo>
                  <a:pt x="359249" y="5012898"/>
                </a:lnTo>
                <a:lnTo>
                  <a:pt x="298272" y="4763373"/>
                </a:lnTo>
                <a:lnTo>
                  <a:pt x="242805" y="4518070"/>
                </a:lnTo>
                <a:lnTo>
                  <a:pt x="193031" y="4276991"/>
                </a:lnTo>
                <a:lnTo>
                  <a:pt x="148953" y="4040319"/>
                </a:lnTo>
                <a:lnTo>
                  <a:pt x="110383" y="3807686"/>
                </a:lnTo>
                <a:lnTo>
                  <a:pt x="77506" y="3579093"/>
                </a:lnTo>
                <a:lnTo>
                  <a:pt x="50507" y="3354908"/>
                </a:lnTo>
                <a:lnTo>
                  <a:pt x="29203" y="3134576"/>
                </a:lnTo>
                <a:lnTo>
                  <a:pt x="13591" y="2918468"/>
                </a:lnTo>
                <a:lnTo>
                  <a:pt x="3858" y="2706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1F539-E398-02D9-1AE7-21C3A02A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99" y="365127"/>
            <a:ext cx="8101573" cy="4199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0F670-3B3A-1E5A-65A8-0F5E1B80A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5977B1-CFBD-B262-6373-2B5353C7FFB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00BDBBE-A98E-D09D-D719-D487170328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288" y="203954"/>
            <a:ext cx="1328277" cy="4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31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366C-3E5E-E8C4-C1A1-81C8409E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42C36-E738-65E1-A985-5EDA2B6F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069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9E98-9D31-C4DC-5DA4-F1F3597D1DE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97399" y="365127"/>
            <a:ext cx="11397207" cy="419931"/>
          </a:xfrm>
        </p:spPr>
        <p:txBody>
          <a:bodyPr/>
          <a:lstStyle>
            <a:lvl1pPr marL="0" marR="0" indent="0" algn="l" defTabSz="91431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ABC265-96F1-105D-257E-69E03D1D1A03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50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2">
            <a:extLst>
              <a:ext uri="{FF2B5EF4-FFF2-40B4-BE49-F238E27FC236}">
                <a16:creationId xmlns:a16="http://schemas.microsoft.com/office/drawing/2014/main" id="{27E36530-EAC0-4936-3EB5-5F9AC2CB86D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80206" y="0"/>
            <a:ext cx="4813676" cy="6857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9785CEE-7D28-D9C7-077B-8749B8A2D9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1981" y="0"/>
            <a:ext cx="664789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bg1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8811D0-B010-1E24-E264-13B125E83A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5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24DC065-49CA-F31F-F8D5-2BE2695CD5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18557"/>
            <a:ext cx="12192000" cy="3839443"/>
          </a:xfrm>
          <a:custGeom>
            <a:avLst/>
            <a:gdLst>
              <a:gd name="connsiteX0" fmla="*/ 17605546 w 20104100"/>
              <a:gd name="connsiteY0" fmla="*/ 0 h 6331525"/>
              <a:gd name="connsiteX1" fmla="*/ 17809536 w 20104100"/>
              <a:gd name="connsiteY1" fmla="*/ 2019 h 6331525"/>
              <a:gd name="connsiteX2" fmla="*/ 18009486 w 20104100"/>
              <a:gd name="connsiteY2" fmla="*/ 9918 h 6331525"/>
              <a:gd name="connsiteX3" fmla="*/ 18205398 w 20104100"/>
              <a:gd name="connsiteY3" fmla="*/ 23692 h 6331525"/>
              <a:gd name="connsiteX4" fmla="*/ 18585470 w 20104100"/>
              <a:gd name="connsiteY4" fmla="*/ 69424 h 6331525"/>
              <a:gd name="connsiteX5" fmla="*/ 18949932 w 20104100"/>
              <a:gd name="connsiteY5" fmla="*/ 139218 h 6331525"/>
              <a:gd name="connsiteX6" fmla="*/ 19298790 w 20104100"/>
              <a:gd name="connsiteY6" fmla="*/ 233438 h 6331525"/>
              <a:gd name="connsiteX7" fmla="*/ 19632224 w 20104100"/>
              <a:gd name="connsiteY7" fmla="*/ 352270 h 6331525"/>
              <a:gd name="connsiteX8" fmla="*/ 19950602 w 20104100"/>
              <a:gd name="connsiteY8" fmla="*/ 496079 h 6331525"/>
              <a:gd name="connsiteX9" fmla="*/ 20104100 w 20104100"/>
              <a:gd name="connsiteY9" fmla="*/ 577259 h 6331525"/>
              <a:gd name="connsiteX10" fmla="*/ 20104100 w 20104100"/>
              <a:gd name="connsiteY10" fmla="*/ 6331525 h 6331525"/>
              <a:gd name="connsiteX11" fmla="*/ 0 w 20104100"/>
              <a:gd name="connsiteY11" fmla="*/ 6331525 h 6331525"/>
              <a:gd name="connsiteX12" fmla="*/ 0 w 20104100"/>
              <a:gd name="connsiteY12" fmla="*/ 4305843 h 6331525"/>
              <a:gd name="connsiteX13" fmla="*/ 224004 w 20104100"/>
              <a:gd name="connsiteY13" fmla="*/ 4384820 h 6331525"/>
              <a:gd name="connsiteX14" fmla="*/ 449291 w 20104100"/>
              <a:gd name="connsiteY14" fmla="*/ 4454612 h 6331525"/>
              <a:gd name="connsiteX15" fmla="*/ 675499 w 20104100"/>
              <a:gd name="connsiteY15" fmla="*/ 4515589 h 6331525"/>
              <a:gd name="connsiteX16" fmla="*/ 902622 w 20104100"/>
              <a:gd name="connsiteY16" fmla="*/ 4567750 h 6331525"/>
              <a:gd name="connsiteX17" fmla="*/ 1130848 w 20104100"/>
              <a:gd name="connsiteY17" fmla="*/ 4611646 h 6331525"/>
              <a:gd name="connsiteX18" fmla="*/ 1359810 w 20104100"/>
              <a:gd name="connsiteY18" fmla="*/ 4647093 h 6331525"/>
              <a:gd name="connsiteX19" fmla="*/ 1589872 w 20104100"/>
              <a:gd name="connsiteY19" fmla="*/ 4674643 h 6331525"/>
              <a:gd name="connsiteX20" fmla="*/ 1820669 w 20104100"/>
              <a:gd name="connsiteY20" fmla="*/ 4694479 h 6331525"/>
              <a:gd name="connsiteX21" fmla="*/ 2052382 w 20104100"/>
              <a:gd name="connsiteY21" fmla="*/ 4706784 h 6331525"/>
              <a:gd name="connsiteX22" fmla="*/ 2284833 w 20104100"/>
              <a:gd name="connsiteY22" fmla="*/ 4711559 h 6331525"/>
              <a:gd name="connsiteX23" fmla="*/ 2518200 w 20104100"/>
              <a:gd name="connsiteY23" fmla="*/ 4709355 h 6331525"/>
              <a:gd name="connsiteX24" fmla="*/ 2752118 w 20104100"/>
              <a:gd name="connsiteY24" fmla="*/ 4700172 h 6331525"/>
              <a:gd name="connsiteX25" fmla="*/ 2986770 w 20104100"/>
              <a:gd name="connsiteY25" fmla="*/ 4684560 h 6331525"/>
              <a:gd name="connsiteX26" fmla="*/ 3222157 w 20104100"/>
              <a:gd name="connsiteY26" fmla="*/ 4662337 h 6331525"/>
              <a:gd name="connsiteX27" fmla="*/ 3458095 w 20104100"/>
              <a:gd name="connsiteY27" fmla="*/ 4633870 h 6331525"/>
              <a:gd name="connsiteX28" fmla="*/ 3694583 w 20104100"/>
              <a:gd name="connsiteY28" fmla="*/ 4599340 h 6331525"/>
              <a:gd name="connsiteX29" fmla="*/ 3931806 w 20104100"/>
              <a:gd name="connsiteY29" fmla="*/ 4559117 h 6331525"/>
              <a:gd name="connsiteX30" fmla="*/ 4169397 w 20104100"/>
              <a:gd name="connsiteY30" fmla="*/ 4513384 h 6331525"/>
              <a:gd name="connsiteX31" fmla="*/ 4407537 w 20104100"/>
              <a:gd name="connsiteY31" fmla="*/ 4462326 h 6331525"/>
              <a:gd name="connsiteX32" fmla="*/ 4646046 w 20104100"/>
              <a:gd name="connsiteY32" fmla="*/ 4406124 h 6331525"/>
              <a:gd name="connsiteX33" fmla="*/ 4884923 w 20104100"/>
              <a:gd name="connsiteY33" fmla="*/ 4345147 h 6331525"/>
              <a:gd name="connsiteX34" fmla="*/ 5124348 w 20104100"/>
              <a:gd name="connsiteY34" fmla="*/ 4279395 h 6331525"/>
              <a:gd name="connsiteX35" fmla="*/ 5364142 w 20104100"/>
              <a:gd name="connsiteY35" fmla="*/ 4209234 h 6331525"/>
              <a:gd name="connsiteX36" fmla="*/ 5604119 w 20104100"/>
              <a:gd name="connsiteY36" fmla="*/ 4134852 h 6331525"/>
              <a:gd name="connsiteX37" fmla="*/ 5844463 w 20104100"/>
              <a:gd name="connsiteY37" fmla="*/ 4056426 h 6331525"/>
              <a:gd name="connsiteX38" fmla="*/ 6084991 w 20104100"/>
              <a:gd name="connsiteY38" fmla="*/ 3974328 h 6331525"/>
              <a:gd name="connsiteX39" fmla="*/ 6325702 w 20104100"/>
              <a:gd name="connsiteY39" fmla="*/ 3888557 h 6331525"/>
              <a:gd name="connsiteX40" fmla="*/ 6566598 w 20104100"/>
              <a:gd name="connsiteY40" fmla="*/ 3799479 h 6331525"/>
              <a:gd name="connsiteX41" fmla="*/ 6807677 w 20104100"/>
              <a:gd name="connsiteY41" fmla="*/ 3707462 h 6331525"/>
              <a:gd name="connsiteX42" fmla="*/ 7048756 w 20104100"/>
              <a:gd name="connsiteY42" fmla="*/ 3612508 h 6331525"/>
              <a:gd name="connsiteX43" fmla="*/ 7290018 w 20104100"/>
              <a:gd name="connsiteY43" fmla="*/ 3514797 h 6331525"/>
              <a:gd name="connsiteX44" fmla="*/ 7531280 w 20104100"/>
              <a:gd name="connsiteY44" fmla="*/ 3414701 h 6331525"/>
              <a:gd name="connsiteX45" fmla="*/ 7772544 w 20104100"/>
              <a:gd name="connsiteY45" fmla="*/ 3312399 h 6331525"/>
              <a:gd name="connsiteX46" fmla="*/ 8013806 w 20104100"/>
              <a:gd name="connsiteY46" fmla="*/ 3208261 h 6331525"/>
              <a:gd name="connsiteX47" fmla="*/ 8255068 w 20104100"/>
              <a:gd name="connsiteY47" fmla="*/ 3102103 h 6331525"/>
              <a:gd name="connsiteX48" fmla="*/ 8496146 w 20104100"/>
              <a:gd name="connsiteY48" fmla="*/ 2994658 h 6331525"/>
              <a:gd name="connsiteX49" fmla="*/ 8737043 w 20104100"/>
              <a:gd name="connsiteY49" fmla="*/ 2885746 h 6331525"/>
              <a:gd name="connsiteX50" fmla="*/ 8977753 w 20104100"/>
              <a:gd name="connsiteY50" fmla="*/ 2775730 h 6331525"/>
              <a:gd name="connsiteX51" fmla="*/ 9218464 w 20104100"/>
              <a:gd name="connsiteY51" fmla="*/ 2664979 h 6331525"/>
              <a:gd name="connsiteX52" fmla="*/ 9458808 w 20104100"/>
              <a:gd name="connsiteY52" fmla="*/ 2553495 h 6331525"/>
              <a:gd name="connsiteX53" fmla="*/ 9698787 w 20104100"/>
              <a:gd name="connsiteY53" fmla="*/ 2441459 h 6331525"/>
              <a:gd name="connsiteX54" fmla="*/ 9938579 w 20104100"/>
              <a:gd name="connsiteY54" fmla="*/ 2329424 h 6331525"/>
              <a:gd name="connsiteX55" fmla="*/ 10178006 w 20104100"/>
              <a:gd name="connsiteY55" fmla="*/ 2217205 h 6331525"/>
              <a:gd name="connsiteX56" fmla="*/ 10503176 w 20104100"/>
              <a:gd name="connsiteY56" fmla="*/ 2066417 h 6331525"/>
              <a:gd name="connsiteX57" fmla="*/ 10823575 w 20104100"/>
              <a:gd name="connsiteY57" fmla="*/ 1920585 h 6331525"/>
              <a:gd name="connsiteX58" fmla="*/ 11139567 w 20104100"/>
              <a:gd name="connsiteY58" fmla="*/ 1779898 h 6331525"/>
              <a:gd name="connsiteX59" fmla="*/ 11450785 w 20104100"/>
              <a:gd name="connsiteY59" fmla="*/ 1644171 h 6331525"/>
              <a:gd name="connsiteX60" fmla="*/ 11757594 w 20104100"/>
              <a:gd name="connsiteY60" fmla="*/ 1513767 h 6331525"/>
              <a:gd name="connsiteX61" fmla="*/ 12059815 w 20104100"/>
              <a:gd name="connsiteY61" fmla="*/ 1388323 h 6331525"/>
              <a:gd name="connsiteX62" fmla="*/ 12357630 w 20104100"/>
              <a:gd name="connsiteY62" fmla="*/ 1268208 h 6331525"/>
              <a:gd name="connsiteX63" fmla="*/ 12650854 w 20104100"/>
              <a:gd name="connsiteY63" fmla="*/ 1153232 h 6331525"/>
              <a:gd name="connsiteX64" fmla="*/ 12939670 w 20104100"/>
              <a:gd name="connsiteY64" fmla="*/ 1043585 h 6331525"/>
              <a:gd name="connsiteX65" fmla="*/ 13223897 w 20104100"/>
              <a:gd name="connsiteY65" fmla="*/ 939264 h 6331525"/>
              <a:gd name="connsiteX66" fmla="*/ 13503719 w 20104100"/>
              <a:gd name="connsiteY66" fmla="*/ 840268 h 6331525"/>
              <a:gd name="connsiteX67" fmla="*/ 13779314 w 20104100"/>
              <a:gd name="connsiteY67" fmla="*/ 746415 h 6331525"/>
              <a:gd name="connsiteX68" fmla="*/ 14050322 w 20104100"/>
              <a:gd name="connsiteY68" fmla="*/ 658072 h 6331525"/>
              <a:gd name="connsiteX69" fmla="*/ 14317107 w 20104100"/>
              <a:gd name="connsiteY69" fmla="*/ 575239 h 6331525"/>
              <a:gd name="connsiteX70" fmla="*/ 14579483 w 20104100"/>
              <a:gd name="connsiteY70" fmla="*/ 497733 h 6331525"/>
              <a:gd name="connsiteX71" fmla="*/ 14837455 w 20104100"/>
              <a:gd name="connsiteY71" fmla="*/ 425736 h 6331525"/>
              <a:gd name="connsiteX72" fmla="*/ 15091202 w 20104100"/>
              <a:gd name="connsiteY72" fmla="*/ 359249 h 6331525"/>
              <a:gd name="connsiteX73" fmla="*/ 15340727 w 20104100"/>
              <a:gd name="connsiteY73" fmla="*/ 298272 h 6331525"/>
              <a:gd name="connsiteX74" fmla="*/ 15586030 w 20104100"/>
              <a:gd name="connsiteY74" fmla="*/ 242805 h 6331525"/>
              <a:gd name="connsiteX75" fmla="*/ 15827109 w 20104100"/>
              <a:gd name="connsiteY75" fmla="*/ 193031 h 6331525"/>
              <a:gd name="connsiteX76" fmla="*/ 16063781 w 20104100"/>
              <a:gd name="connsiteY76" fmla="*/ 148953 h 6331525"/>
              <a:gd name="connsiteX77" fmla="*/ 16296414 w 20104100"/>
              <a:gd name="connsiteY77" fmla="*/ 110383 h 6331525"/>
              <a:gd name="connsiteX78" fmla="*/ 16525007 w 20104100"/>
              <a:gd name="connsiteY78" fmla="*/ 77506 h 6331525"/>
              <a:gd name="connsiteX79" fmla="*/ 16749192 w 20104100"/>
              <a:gd name="connsiteY79" fmla="*/ 50507 h 6331525"/>
              <a:gd name="connsiteX80" fmla="*/ 16969524 w 20104100"/>
              <a:gd name="connsiteY80" fmla="*/ 29203 h 6331525"/>
              <a:gd name="connsiteX81" fmla="*/ 17185632 w 20104100"/>
              <a:gd name="connsiteY81" fmla="*/ 13591 h 6331525"/>
              <a:gd name="connsiteX82" fmla="*/ 17397700 w 20104100"/>
              <a:gd name="connsiteY82" fmla="*/ 3858 h 633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0104100" h="6331525">
                <a:moveTo>
                  <a:pt x="17605546" y="0"/>
                </a:moveTo>
                <a:lnTo>
                  <a:pt x="17809536" y="2019"/>
                </a:lnTo>
                <a:lnTo>
                  <a:pt x="18009486" y="9918"/>
                </a:lnTo>
                <a:lnTo>
                  <a:pt x="18205398" y="23692"/>
                </a:lnTo>
                <a:lnTo>
                  <a:pt x="18585470" y="69424"/>
                </a:lnTo>
                <a:lnTo>
                  <a:pt x="18949932" y="139218"/>
                </a:lnTo>
                <a:lnTo>
                  <a:pt x="19298790" y="233438"/>
                </a:lnTo>
                <a:lnTo>
                  <a:pt x="19632224" y="352270"/>
                </a:lnTo>
                <a:lnTo>
                  <a:pt x="19950602" y="496079"/>
                </a:lnTo>
                <a:lnTo>
                  <a:pt x="20104100" y="577259"/>
                </a:lnTo>
                <a:lnTo>
                  <a:pt x="20104100" y="6331525"/>
                </a:lnTo>
                <a:lnTo>
                  <a:pt x="0" y="6331525"/>
                </a:lnTo>
                <a:lnTo>
                  <a:pt x="0" y="4305843"/>
                </a:lnTo>
                <a:lnTo>
                  <a:pt x="224004" y="4384820"/>
                </a:lnTo>
                <a:lnTo>
                  <a:pt x="449291" y="4454612"/>
                </a:lnTo>
                <a:lnTo>
                  <a:pt x="675499" y="4515589"/>
                </a:lnTo>
                <a:lnTo>
                  <a:pt x="902622" y="4567750"/>
                </a:lnTo>
                <a:lnTo>
                  <a:pt x="1130848" y="4611646"/>
                </a:lnTo>
                <a:lnTo>
                  <a:pt x="1359810" y="4647093"/>
                </a:lnTo>
                <a:lnTo>
                  <a:pt x="1589872" y="4674643"/>
                </a:lnTo>
                <a:lnTo>
                  <a:pt x="1820669" y="4694479"/>
                </a:lnTo>
                <a:lnTo>
                  <a:pt x="2052382" y="4706784"/>
                </a:lnTo>
                <a:lnTo>
                  <a:pt x="2284833" y="4711559"/>
                </a:lnTo>
                <a:lnTo>
                  <a:pt x="2518200" y="4709355"/>
                </a:lnTo>
                <a:lnTo>
                  <a:pt x="2752118" y="4700172"/>
                </a:lnTo>
                <a:lnTo>
                  <a:pt x="2986770" y="4684560"/>
                </a:lnTo>
                <a:lnTo>
                  <a:pt x="3222157" y="4662337"/>
                </a:lnTo>
                <a:lnTo>
                  <a:pt x="3458095" y="4633870"/>
                </a:lnTo>
                <a:lnTo>
                  <a:pt x="3694583" y="4599340"/>
                </a:lnTo>
                <a:lnTo>
                  <a:pt x="3931806" y="4559117"/>
                </a:lnTo>
                <a:lnTo>
                  <a:pt x="4169397" y="4513384"/>
                </a:lnTo>
                <a:lnTo>
                  <a:pt x="4407537" y="4462326"/>
                </a:lnTo>
                <a:lnTo>
                  <a:pt x="4646046" y="4406124"/>
                </a:lnTo>
                <a:lnTo>
                  <a:pt x="4884923" y="4345147"/>
                </a:lnTo>
                <a:lnTo>
                  <a:pt x="5124348" y="4279395"/>
                </a:lnTo>
                <a:lnTo>
                  <a:pt x="5364142" y="4209234"/>
                </a:lnTo>
                <a:lnTo>
                  <a:pt x="5604119" y="4134852"/>
                </a:lnTo>
                <a:lnTo>
                  <a:pt x="5844463" y="4056426"/>
                </a:lnTo>
                <a:lnTo>
                  <a:pt x="6084991" y="3974328"/>
                </a:lnTo>
                <a:lnTo>
                  <a:pt x="6325702" y="3888557"/>
                </a:lnTo>
                <a:lnTo>
                  <a:pt x="6566598" y="3799479"/>
                </a:lnTo>
                <a:lnTo>
                  <a:pt x="6807677" y="3707462"/>
                </a:lnTo>
                <a:lnTo>
                  <a:pt x="7048756" y="3612508"/>
                </a:lnTo>
                <a:lnTo>
                  <a:pt x="7290018" y="3514797"/>
                </a:lnTo>
                <a:lnTo>
                  <a:pt x="7531280" y="3414701"/>
                </a:lnTo>
                <a:lnTo>
                  <a:pt x="7772544" y="3312399"/>
                </a:lnTo>
                <a:lnTo>
                  <a:pt x="8013806" y="3208261"/>
                </a:lnTo>
                <a:lnTo>
                  <a:pt x="8255068" y="3102103"/>
                </a:lnTo>
                <a:lnTo>
                  <a:pt x="8496146" y="2994658"/>
                </a:lnTo>
                <a:lnTo>
                  <a:pt x="8737043" y="2885746"/>
                </a:lnTo>
                <a:lnTo>
                  <a:pt x="8977753" y="2775730"/>
                </a:lnTo>
                <a:lnTo>
                  <a:pt x="9218464" y="2664979"/>
                </a:lnTo>
                <a:lnTo>
                  <a:pt x="9458808" y="2553495"/>
                </a:lnTo>
                <a:lnTo>
                  <a:pt x="9698787" y="2441459"/>
                </a:lnTo>
                <a:lnTo>
                  <a:pt x="9938579" y="2329424"/>
                </a:lnTo>
                <a:lnTo>
                  <a:pt x="10178006" y="2217205"/>
                </a:lnTo>
                <a:lnTo>
                  <a:pt x="10503176" y="2066417"/>
                </a:lnTo>
                <a:lnTo>
                  <a:pt x="10823575" y="1920585"/>
                </a:lnTo>
                <a:lnTo>
                  <a:pt x="11139567" y="1779898"/>
                </a:lnTo>
                <a:lnTo>
                  <a:pt x="11450785" y="1644171"/>
                </a:lnTo>
                <a:lnTo>
                  <a:pt x="11757594" y="1513767"/>
                </a:lnTo>
                <a:lnTo>
                  <a:pt x="12059815" y="1388323"/>
                </a:lnTo>
                <a:lnTo>
                  <a:pt x="12357630" y="1268208"/>
                </a:lnTo>
                <a:lnTo>
                  <a:pt x="12650854" y="1153232"/>
                </a:lnTo>
                <a:lnTo>
                  <a:pt x="12939670" y="1043585"/>
                </a:lnTo>
                <a:lnTo>
                  <a:pt x="13223897" y="939264"/>
                </a:lnTo>
                <a:lnTo>
                  <a:pt x="13503719" y="840268"/>
                </a:lnTo>
                <a:lnTo>
                  <a:pt x="13779314" y="746415"/>
                </a:lnTo>
                <a:lnTo>
                  <a:pt x="14050322" y="658072"/>
                </a:lnTo>
                <a:lnTo>
                  <a:pt x="14317107" y="575239"/>
                </a:lnTo>
                <a:lnTo>
                  <a:pt x="14579483" y="497733"/>
                </a:lnTo>
                <a:lnTo>
                  <a:pt x="14837455" y="425736"/>
                </a:lnTo>
                <a:lnTo>
                  <a:pt x="15091202" y="359249"/>
                </a:lnTo>
                <a:lnTo>
                  <a:pt x="15340727" y="298272"/>
                </a:lnTo>
                <a:lnTo>
                  <a:pt x="15586030" y="242805"/>
                </a:lnTo>
                <a:lnTo>
                  <a:pt x="15827109" y="193031"/>
                </a:lnTo>
                <a:lnTo>
                  <a:pt x="16063781" y="148953"/>
                </a:lnTo>
                <a:lnTo>
                  <a:pt x="16296414" y="110383"/>
                </a:lnTo>
                <a:lnTo>
                  <a:pt x="16525007" y="77506"/>
                </a:lnTo>
                <a:lnTo>
                  <a:pt x="16749192" y="50507"/>
                </a:lnTo>
                <a:lnTo>
                  <a:pt x="16969524" y="29203"/>
                </a:lnTo>
                <a:lnTo>
                  <a:pt x="17185632" y="13591"/>
                </a:lnTo>
                <a:lnTo>
                  <a:pt x="17397700" y="3858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4F96FC0-3689-D39C-EAE2-44DA4B37B6B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037761" y="2265240"/>
            <a:ext cx="6721836" cy="186640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64" spc="-7" dirty="0">
                <a:solidFill>
                  <a:schemeClr val="bg1"/>
                </a:solidFill>
              </a:defRPr>
            </a:lvl1pPr>
          </a:lstStyle>
          <a:p>
            <a:pPr marL="7701" marR="3080" lvl="0">
              <a:spcBef>
                <a:spcPts val="55"/>
              </a:spcBef>
            </a:pPr>
            <a:r>
              <a:rPr lang="en-GB"/>
              <a:t>Click to edit Master title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2F68309-F1FD-D50D-3672-CD041317665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37823" y="4354448"/>
            <a:ext cx="6721773" cy="405664"/>
          </a:xfrm>
        </p:spPr>
        <p:txBody>
          <a:bodyPr>
            <a:normAutofit/>
          </a:bodyPr>
          <a:lstStyle>
            <a:lvl1pPr>
              <a:defRPr sz="242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Descriptions text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B09EF6-3BA4-6C5D-2465-57323896C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AA58-3A09-D9B7-5BC5-539D61B8D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251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0D66EC2E-810C-FCBF-43AE-66690403C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288" y="203954"/>
            <a:ext cx="1328277" cy="421645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4EC9360-2927-6E76-9F68-D9B4ABE800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72238D4A-1B4A-3952-C087-BA008C449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325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493338"/>
            <a:ext cx="11397203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D66EC2E-810C-FCBF-43AE-66690403C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288" y="203954"/>
            <a:ext cx="1328277" cy="421645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847C3-C1E3-FC0E-6063-2006DE1133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07" y="945435"/>
            <a:ext cx="11396989" cy="417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4D72E61-C6ED-3F29-DBFD-1D30B826D7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31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389317"/>
            <a:ext cx="11397203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D66EC2E-810C-FCBF-43AE-66690403C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123" y="203954"/>
            <a:ext cx="1328277" cy="421645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760399"/>
            <a:ext cx="11397201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0AAEC1-0BED-7DF9-4F7B-B0F2A4344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025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3226-4787-464A-A1A4-C65EA4E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99" y="1929658"/>
            <a:ext cx="11397207" cy="1331647"/>
          </a:xfrm>
        </p:spPr>
        <p:txBody>
          <a:bodyPr wrap="square" lIns="0" tIns="0" rIns="0" bIns="0">
            <a:spAutoFit/>
          </a:bodyPr>
          <a:lstStyle>
            <a:lvl1pPr>
              <a:defRPr sz="2304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3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1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223332" marR="0" lvl="1" indent="-211780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1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9178" marR="0" lvl="2" indent="-210817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657481" marR="0" lvl="3" indent="-19830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844232" marR="0" lvl="4" indent="-161723" algn="l" defTabSz="914312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9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IN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4717D68-0364-FFD7-9BA0-F9926040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0" y="748951"/>
            <a:ext cx="11396993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847C3-C1E3-FC0E-6063-2006DE1133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608" y="1329257"/>
            <a:ext cx="11396993" cy="417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B299DD-DF1A-AF8E-11BE-C1EFB81F9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123" y="203954"/>
            <a:ext cx="1328277" cy="421645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68260B8-4032-438D-EEC4-D09BAA5CFF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5347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A7BAE83-FF19-021F-B2ED-A909D1C5E3E3}"/>
              </a:ext>
            </a:extLst>
          </p:cNvPr>
          <p:cNvSpPr/>
          <p:nvPr userDrawn="1"/>
        </p:nvSpPr>
        <p:spPr>
          <a:xfrm>
            <a:off x="7380205" y="0"/>
            <a:ext cx="4813675" cy="6857624"/>
          </a:xfrm>
          <a:custGeom>
            <a:avLst/>
            <a:gdLst>
              <a:gd name="connsiteX0" fmla="*/ 2422074 w 7937550"/>
              <a:gd name="connsiteY0" fmla="*/ 0 h 11308730"/>
              <a:gd name="connsiteX1" fmla="*/ 7937550 w 7937550"/>
              <a:gd name="connsiteY1" fmla="*/ 0 h 11308730"/>
              <a:gd name="connsiteX2" fmla="*/ 7937550 w 7937550"/>
              <a:gd name="connsiteY2" fmla="*/ 11308730 h 11308730"/>
              <a:gd name="connsiteX3" fmla="*/ 324713 w 7937550"/>
              <a:gd name="connsiteY3" fmla="*/ 11308730 h 11308730"/>
              <a:gd name="connsiteX4" fmla="*/ 279049 w 7937550"/>
              <a:gd name="connsiteY4" fmla="*/ 11222386 h 11308730"/>
              <a:gd name="connsiteX5" fmla="*/ 198155 w 7937550"/>
              <a:gd name="connsiteY5" fmla="*/ 11043296 h 11308730"/>
              <a:gd name="connsiteX6" fmla="*/ 131311 w 7937550"/>
              <a:gd name="connsiteY6" fmla="*/ 10855736 h 11308730"/>
              <a:gd name="connsiteX7" fmla="*/ 78311 w 7937550"/>
              <a:gd name="connsiteY7" fmla="*/ 10659501 h 11308730"/>
              <a:gd name="connsiteX8" fmla="*/ 39052 w 7937550"/>
              <a:gd name="connsiteY8" fmla="*/ 10454487 h 11308730"/>
              <a:gd name="connsiteX9" fmla="*/ 13327 w 7937550"/>
              <a:gd name="connsiteY9" fmla="*/ 10240694 h 11308730"/>
              <a:gd name="connsiteX10" fmla="*/ 5579 w 7937550"/>
              <a:gd name="connsiteY10" fmla="*/ 10130492 h 11308730"/>
              <a:gd name="connsiteX11" fmla="*/ 1136 w 7937550"/>
              <a:gd name="connsiteY11" fmla="*/ 10018018 h 11308730"/>
              <a:gd name="connsiteX12" fmla="*/ 0 w 7937550"/>
              <a:gd name="connsiteY12" fmla="*/ 9903272 h 11308730"/>
              <a:gd name="connsiteX13" fmla="*/ 2170 w 7937550"/>
              <a:gd name="connsiteY13" fmla="*/ 9786357 h 11308730"/>
              <a:gd name="connsiteX14" fmla="*/ 7645 w 7937550"/>
              <a:gd name="connsiteY14" fmla="*/ 9667067 h 11308730"/>
              <a:gd name="connsiteX15" fmla="*/ 16427 w 7937550"/>
              <a:gd name="connsiteY15" fmla="*/ 9545504 h 11308730"/>
              <a:gd name="connsiteX16" fmla="*/ 28411 w 7937550"/>
              <a:gd name="connsiteY16" fmla="*/ 9421566 h 11308730"/>
              <a:gd name="connsiteX17" fmla="*/ 43598 w 7937550"/>
              <a:gd name="connsiteY17" fmla="*/ 9295460 h 11308730"/>
              <a:gd name="connsiteX18" fmla="*/ 62091 w 7937550"/>
              <a:gd name="connsiteY18" fmla="*/ 9166874 h 11308730"/>
              <a:gd name="connsiteX19" fmla="*/ 83787 w 7937550"/>
              <a:gd name="connsiteY19" fmla="*/ 9036016 h 11308730"/>
              <a:gd name="connsiteX20" fmla="*/ 108582 w 7937550"/>
              <a:gd name="connsiteY20" fmla="*/ 8902886 h 11308730"/>
              <a:gd name="connsiteX21" fmla="*/ 136580 w 7937550"/>
              <a:gd name="connsiteY21" fmla="*/ 8767277 h 11308730"/>
              <a:gd name="connsiteX22" fmla="*/ 167781 w 7937550"/>
              <a:gd name="connsiteY22" fmla="*/ 8629292 h 11308730"/>
              <a:gd name="connsiteX23" fmla="*/ 202081 w 7937550"/>
              <a:gd name="connsiteY23" fmla="*/ 8488932 h 11308730"/>
              <a:gd name="connsiteX24" fmla="*/ 239480 w 7937550"/>
              <a:gd name="connsiteY24" fmla="*/ 8346197 h 11308730"/>
              <a:gd name="connsiteX25" fmla="*/ 279979 w 7937550"/>
              <a:gd name="connsiteY25" fmla="*/ 8201086 h 11308730"/>
              <a:gd name="connsiteX26" fmla="*/ 323577 w 7937550"/>
              <a:gd name="connsiteY26" fmla="*/ 8053497 h 11308730"/>
              <a:gd name="connsiteX27" fmla="*/ 370171 w 7937550"/>
              <a:gd name="connsiteY27" fmla="*/ 7903428 h 11308730"/>
              <a:gd name="connsiteX28" fmla="*/ 419865 w 7937550"/>
              <a:gd name="connsiteY28" fmla="*/ 7750984 h 11308730"/>
              <a:gd name="connsiteX29" fmla="*/ 472658 w 7937550"/>
              <a:gd name="connsiteY29" fmla="*/ 7595959 h 11308730"/>
              <a:gd name="connsiteX30" fmla="*/ 528344 w 7937550"/>
              <a:gd name="connsiteY30" fmla="*/ 7438557 h 11308730"/>
              <a:gd name="connsiteX31" fmla="*/ 587026 w 7937550"/>
              <a:gd name="connsiteY31" fmla="*/ 7278677 h 11308730"/>
              <a:gd name="connsiteX32" fmla="*/ 648703 w 7937550"/>
              <a:gd name="connsiteY32" fmla="*/ 7116215 h 11308730"/>
              <a:gd name="connsiteX33" fmla="*/ 713378 w 7937550"/>
              <a:gd name="connsiteY33" fmla="*/ 6951274 h 11308730"/>
              <a:gd name="connsiteX34" fmla="*/ 780944 w 7937550"/>
              <a:gd name="connsiteY34" fmla="*/ 6783751 h 11308730"/>
              <a:gd name="connsiteX35" fmla="*/ 851507 w 7937550"/>
              <a:gd name="connsiteY35" fmla="*/ 6613749 h 11308730"/>
              <a:gd name="connsiteX36" fmla="*/ 924860 w 7937550"/>
              <a:gd name="connsiteY36" fmla="*/ 6441166 h 11308730"/>
              <a:gd name="connsiteX37" fmla="*/ 1001208 w 7937550"/>
              <a:gd name="connsiteY37" fmla="*/ 6266103 h 11308730"/>
              <a:gd name="connsiteX38" fmla="*/ 1080346 w 7937550"/>
              <a:gd name="connsiteY38" fmla="*/ 6088355 h 11308730"/>
              <a:gd name="connsiteX39" fmla="*/ 1162377 w 7937550"/>
              <a:gd name="connsiteY39" fmla="*/ 5908128 h 11308730"/>
              <a:gd name="connsiteX40" fmla="*/ 1247197 w 7937550"/>
              <a:gd name="connsiteY40" fmla="*/ 5725217 h 11308730"/>
              <a:gd name="connsiteX41" fmla="*/ 1310321 w 7937550"/>
              <a:gd name="connsiteY41" fmla="*/ 5590537 h 11308730"/>
              <a:gd name="connsiteX42" fmla="*/ 1373342 w 7937550"/>
              <a:gd name="connsiteY42" fmla="*/ 5455652 h 11308730"/>
              <a:gd name="connsiteX43" fmla="*/ 1436363 w 7937550"/>
              <a:gd name="connsiteY43" fmla="*/ 5320662 h 11308730"/>
              <a:gd name="connsiteX44" fmla="*/ 1499074 w 7937550"/>
              <a:gd name="connsiteY44" fmla="*/ 5185467 h 11308730"/>
              <a:gd name="connsiteX45" fmla="*/ 1561372 w 7937550"/>
              <a:gd name="connsiteY45" fmla="*/ 5050064 h 11308730"/>
              <a:gd name="connsiteX46" fmla="*/ 1623257 w 7937550"/>
              <a:gd name="connsiteY46" fmla="*/ 4914663 h 11308730"/>
              <a:gd name="connsiteX47" fmla="*/ 1684521 w 7937550"/>
              <a:gd name="connsiteY47" fmla="*/ 4779156 h 11308730"/>
              <a:gd name="connsiteX48" fmla="*/ 1744960 w 7937550"/>
              <a:gd name="connsiteY48" fmla="*/ 4643547 h 11308730"/>
              <a:gd name="connsiteX49" fmla="*/ 1804675 w 7937550"/>
              <a:gd name="connsiteY49" fmla="*/ 4507835 h 11308730"/>
              <a:gd name="connsiteX50" fmla="*/ 1863253 w 7937550"/>
              <a:gd name="connsiteY50" fmla="*/ 4372124 h 11308730"/>
              <a:gd name="connsiteX51" fmla="*/ 1920799 w 7937550"/>
              <a:gd name="connsiteY51" fmla="*/ 4236410 h 11308730"/>
              <a:gd name="connsiteX52" fmla="*/ 1977104 w 7937550"/>
              <a:gd name="connsiteY52" fmla="*/ 4100698 h 11308730"/>
              <a:gd name="connsiteX53" fmla="*/ 2032067 w 7937550"/>
              <a:gd name="connsiteY53" fmla="*/ 3964986 h 11308730"/>
              <a:gd name="connsiteX54" fmla="*/ 2085480 w 7937550"/>
              <a:gd name="connsiteY54" fmla="*/ 3829377 h 11308730"/>
              <a:gd name="connsiteX55" fmla="*/ 2137240 w 7937550"/>
              <a:gd name="connsiteY55" fmla="*/ 3693768 h 11308730"/>
              <a:gd name="connsiteX56" fmla="*/ 2187347 w 7937550"/>
              <a:gd name="connsiteY56" fmla="*/ 3558262 h 11308730"/>
              <a:gd name="connsiteX57" fmla="*/ 2235594 w 7937550"/>
              <a:gd name="connsiteY57" fmla="*/ 3422860 h 11308730"/>
              <a:gd name="connsiteX58" fmla="*/ 2281775 w 7937550"/>
              <a:gd name="connsiteY58" fmla="*/ 3287561 h 11308730"/>
              <a:gd name="connsiteX59" fmla="*/ 2325890 w 7937550"/>
              <a:gd name="connsiteY59" fmla="*/ 3152365 h 11308730"/>
              <a:gd name="connsiteX60" fmla="*/ 2367731 w 7937550"/>
              <a:gd name="connsiteY60" fmla="*/ 3017376 h 11308730"/>
              <a:gd name="connsiteX61" fmla="*/ 2407197 w 7937550"/>
              <a:gd name="connsiteY61" fmla="*/ 2882490 h 11308730"/>
              <a:gd name="connsiteX62" fmla="*/ 2444183 w 7937550"/>
              <a:gd name="connsiteY62" fmla="*/ 2747811 h 11308730"/>
              <a:gd name="connsiteX63" fmla="*/ 2478483 w 7937550"/>
              <a:gd name="connsiteY63" fmla="*/ 2613441 h 11308730"/>
              <a:gd name="connsiteX64" fmla="*/ 2510097 w 7937550"/>
              <a:gd name="connsiteY64" fmla="*/ 2479278 h 11308730"/>
              <a:gd name="connsiteX65" fmla="*/ 2538818 w 7937550"/>
              <a:gd name="connsiteY65" fmla="*/ 2345322 h 11308730"/>
              <a:gd name="connsiteX66" fmla="*/ 2564543 w 7937550"/>
              <a:gd name="connsiteY66" fmla="*/ 2211675 h 11308730"/>
              <a:gd name="connsiteX67" fmla="*/ 2587169 w 7937550"/>
              <a:gd name="connsiteY67" fmla="*/ 2078235 h 11308730"/>
              <a:gd name="connsiteX68" fmla="*/ 2606592 w 7937550"/>
              <a:gd name="connsiteY68" fmla="*/ 1945208 h 11308730"/>
              <a:gd name="connsiteX69" fmla="*/ 2622605 w 7937550"/>
              <a:gd name="connsiteY69" fmla="*/ 1812491 h 11308730"/>
              <a:gd name="connsiteX70" fmla="*/ 2635106 w 7937550"/>
              <a:gd name="connsiteY70" fmla="*/ 1680084 h 11308730"/>
              <a:gd name="connsiteX71" fmla="*/ 2643888 w 7937550"/>
              <a:gd name="connsiteY71" fmla="*/ 1548090 h 11308730"/>
              <a:gd name="connsiteX72" fmla="*/ 2649053 w 7937550"/>
              <a:gd name="connsiteY72" fmla="*/ 1416509 h 11308730"/>
              <a:gd name="connsiteX73" fmla="*/ 2650293 w 7937550"/>
              <a:gd name="connsiteY73" fmla="*/ 1285238 h 11308730"/>
              <a:gd name="connsiteX74" fmla="*/ 2647607 w 7937550"/>
              <a:gd name="connsiteY74" fmla="*/ 1154483 h 11308730"/>
              <a:gd name="connsiteX75" fmla="*/ 2640685 w 7937550"/>
              <a:gd name="connsiteY75" fmla="*/ 1024142 h 11308730"/>
              <a:gd name="connsiteX76" fmla="*/ 2629527 w 7937550"/>
              <a:gd name="connsiteY76" fmla="*/ 894317 h 11308730"/>
              <a:gd name="connsiteX77" fmla="*/ 2614030 w 7937550"/>
              <a:gd name="connsiteY77" fmla="*/ 764905 h 11308730"/>
              <a:gd name="connsiteX78" fmla="*/ 2594091 w 7937550"/>
              <a:gd name="connsiteY78" fmla="*/ 636112 h 11308730"/>
              <a:gd name="connsiteX79" fmla="*/ 2569399 w 7937550"/>
              <a:gd name="connsiteY79" fmla="*/ 507733 h 11308730"/>
              <a:gd name="connsiteX80" fmla="*/ 2540058 w 7937550"/>
              <a:gd name="connsiteY80" fmla="*/ 379974 h 11308730"/>
              <a:gd name="connsiteX81" fmla="*/ 2505758 w 7937550"/>
              <a:gd name="connsiteY81" fmla="*/ 252730 h 11308730"/>
              <a:gd name="connsiteX82" fmla="*/ 2466499 w 7937550"/>
              <a:gd name="connsiteY82" fmla="*/ 126004 h 1130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937550" h="11308730">
                <a:moveTo>
                  <a:pt x="2422074" y="0"/>
                </a:moveTo>
                <a:lnTo>
                  <a:pt x="7937550" y="0"/>
                </a:lnTo>
                <a:lnTo>
                  <a:pt x="7937550" y="11308730"/>
                </a:lnTo>
                <a:lnTo>
                  <a:pt x="324713" y="11308730"/>
                </a:lnTo>
                <a:lnTo>
                  <a:pt x="279049" y="11222386"/>
                </a:lnTo>
                <a:lnTo>
                  <a:pt x="198155" y="11043296"/>
                </a:lnTo>
                <a:lnTo>
                  <a:pt x="131311" y="10855736"/>
                </a:lnTo>
                <a:lnTo>
                  <a:pt x="78311" y="10659501"/>
                </a:lnTo>
                <a:lnTo>
                  <a:pt x="39052" y="10454487"/>
                </a:lnTo>
                <a:lnTo>
                  <a:pt x="13327" y="10240694"/>
                </a:lnTo>
                <a:lnTo>
                  <a:pt x="5579" y="10130492"/>
                </a:lnTo>
                <a:lnTo>
                  <a:pt x="1136" y="10018018"/>
                </a:lnTo>
                <a:lnTo>
                  <a:pt x="0" y="9903272"/>
                </a:lnTo>
                <a:lnTo>
                  <a:pt x="2170" y="9786357"/>
                </a:lnTo>
                <a:lnTo>
                  <a:pt x="7645" y="9667067"/>
                </a:lnTo>
                <a:lnTo>
                  <a:pt x="16427" y="9545504"/>
                </a:lnTo>
                <a:lnTo>
                  <a:pt x="28411" y="9421566"/>
                </a:lnTo>
                <a:lnTo>
                  <a:pt x="43598" y="9295460"/>
                </a:lnTo>
                <a:lnTo>
                  <a:pt x="62091" y="9166874"/>
                </a:lnTo>
                <a:lnTo>
                  <a:pt x="83787" y="9036016"/>
                </a:lnTo>
                <a:lnTo>
                  <a:pt x="108582" y="8902886"/>
                </a:lnTo>
                <a:lnTo>
                  <a:pt x="136580" y="8767277"/>
                </a:lnTo>
                <a:lnTo>
                  <a:pt x="167781" y="8629292"/>
                </a:lnTo>
                <a:lnTo>
                  <a:pt x="202081" y="8488932"/>
                </a:lnTo>
                <a:lnTo>
                  <a:pt x="239480" y="8346197"/>
                </a:lnTo>
                <a:lnTo>
                  <a:pt x="279979" y="8201086"/>
                </a:lnTo>
                <a:lnTo>
                  <a:pt x="323577" y="8053497"/>
                </a:lnTo>
                <a:lnTo>
                  <a:pt x="370171" y="7903428"/>
                </a:lnTo>
                <a:lnTo>
                  <a:pt x="419865" y="7750984"/>
                </a:lnTo>
                <a:lnTo>
                  <a:pt x="472658" y="7595959"/>
                </a:lnTo>
                <a:lnTo>
                  <a:pt x="528344" y="7438557"/>
                </a:lnTo>
                <a:lnTo>
                  <a:pt x="587026" y="7278677"/>
                </a:lnTo>
                <a:lnTo>
                  <a:pt x="648703" y="7116215"/>
                </a:lnTo>
                <a:lnTo>
                  <a:pt x="713378" y="6951274"/>
                </a:lnTo>
                <a:lnTo>
                  <a:pt x="780944" y="6783751"/>
                </a:lnTo>
                <a:lnTo>
                  <a:pt x="851507" y="6613749"/>
                </a:lnTo>
                <a:lnTo>
                  <a:pt x="924860" y="6441166"/>
                </a:lnTo>
                <a:lnTo>
                  <a:pt x="1001208" y="6266103"/>
                </a:lnTo>
                <a:lnTo>
                  <a:pt x="1080346" y="6088355"/>
                </a:lnTo>
                <a:lnTo>
                  <a:pt x="1162377" y="5908128"/>
                </a:lnTo>
                <a:lnTo>
                  <a:pt x="1247197" y="5725217"/>
                </a:lnTo>
                <a:lnTo>
                  <a:pt x="1310321" y="5590537"/>
                </a:lnTo>
                <a:lnTo>
                  <a:pt x="1373342" y="5455652"/>
                </a:lnTo>
                <a:lnTo>
                  <a:pt x="1436363" y="5320662"/>
                </a:lnTo>
                <a:lnTo>
                  <a:pt x="1499074" y="5185467"/>
                </a:lnTo>
                <a:lnTo>
                  <a:pt x="1561372" y="5050064"/>
                </a:lnTo>
                <a:lnTo>
                  <a:pt x="1623257" y="4914663"/>
                </a:lnTo>
                <a:lnTo>
                  <a:pt x="1684521" y="4779156"/>
                </a:lnTo>
                <a:lnTo>
                  <a:pt x="1744960" y="4643547"/>
                </a:lnTo>
                <a:lnTo>
                  <a:pt x="1804675" y="4507835"/>
                </a:lnTo>
                <a:lnTo>
                  <a:pt x="1863253" y="4372124"/>
                </a:lnTo>
                <a:lnTo>
                  <a:pt x="1920799" y="4236410"/>
                </a:lnTo>
                <a:lnTo>
                  <a:pt x="1977104" y="4100698"/>
                </a:lnTo>
                <a:lnTo>
                  <a:pt x="2032067" y="3964986"/>
                </a:lnTo>
                <a:lnTo>
                  <a:pt x="2085480" y="3829377"/>
                </a:lnTo>
                <a:lnTo>
                  <a:pt x="2137240" y="3693768"/>
                </a:lnTo>
                <a:lnTo>
                  <a:pt x="2187347" y="3558262"/>
                </a:lnTo>
                <a:lnTo>
                  <a:pt x="2235594" y="3422860"/>
                </a:lnTo>
                <a:lnTo>
                  <a:pt x="2281775" y="3287561"/>
                </a:lnTo>
                <a:lnTo>
                  <a:pt x="2325890" y="3152365"/>
                </a:lnTo>
                <a:lnTo>
                  <a:pt x="2367731" y="3017376"/>
                </a:lnTo>
                <a:lnTo>
                  <a:pt x="2407197" y="2882490"/>
                </a:lnTo>
                <a:lnTo>
                  <a:pt x="2444183" y="2747811"/>
                </a:lnTo>
                <a:lnTo>
                  <a:pt x="2478483" y="2613441"/>
                </a:lnTo>
                <a:lnTo>
                  <a:pt x="2510097" y="2479278"/>
                </a:lnTo>
                <a:lnTo>
                  <a:pt x="2538818" y="2345322"/>
                </a:lnTo>
                <a:lnTo>
                  <a:pt x="2564543" y="2211675"/>
                </a:lnTo>
                <a:lnTo>
                  <a:pt x="2587169" y="2078235"/>
                </a:lnTo>
                <a:lnTo>
                  <a:pt x="2606592" y="1945208"/>
                </a:lnTo>
                <a:lnTo>
                  <a:pt x="2622605" y="1812491"/>
                </a:lnTo>
                <a:lnTo>
                  <a:pt x="2635106" y="1680084"/>
                </a:lnTo>
                <a:lnTo>
                  <a:pt x="2643888" y="1548090"/>
                </a:lnTo>
                <a:lnTo>
                  <a:pt x="2649053" y="1416509"/>
                </a:lnTo>
                <a:lnTo>
                  <a:pt x="2650293" y="1285238"/>
                </a:lnTo>
                <a:lnTo>
                  <a:pt x="2647607" y="1154483"/>
                </a:lnTo>
                <a:lnTo>
                  <a:pt x="2640685" y="1024142"/>
                </a:lnTo>
                <a:lnTo>
                  <a:pt x="2629527" y="894317"/>
                </a:lnTo>
                <a:lnTo>
                  <a:pt x="2614030" y="764905"/>
                </a:lnTo>
                <a:lnTo>
                  <a:pt x="2594091" y="636112"/>
                </a:lnTo>
                <a:lnTo>
                  <a:pt x="2569399" y="507733"/>
                </a:lnTo>
                <a:lnTo>
                  <a:pt x="2540058" y="379974"/>
                </a:lnTo>
                <a:lnTo>
                  <a:pt x="2505758" y="252730"/>
                </a:lnTo>
                <a:lnTo>
                  <a:pt x="2466499" y="1260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1F539-E398-02D9-1AE7-21C3A02A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99" y="365127"/>
            <a:ext cx="8101573" cy="4199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0F670-3B3A-1E5A-65A8-0F5E1B80A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5977B1-CFBD-B262-6373-2B5353C7FFB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4AF6DF-6BC0-D615-EAAF-1C236E789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0315" y="203954"/>
            <a:ext cx="1328277" cy="421645"/>
          </a:xfrm>
          <a:prstGeom prst="rect">
            <a:avLst/>
          </a:prstGeom>
        </p:spPr>
      </p:pic>
      <p:grpSp>
        <p:nvGrpSpPr>
          <p:cNvPr id="9" name="Graphic 11">
            <a:extLst>
              <a:ext uri="{FF2B5EF4-FFF2-40B4-BE49-F238E27FC236}">
                <a16:creationId xmlns:a16="http://schemas.microsoft.com/office/drawing/2014/main" id="{2026648C-0F57-BA28-733A-28CB4C6021DF}"/>
              </a:ext>
            </a:extLst>
          </p:cNvPr>
          <p:cNvGrpSpPr/>
          <p:nvPr userDrawn="1"/>
        </p:nvGrpSpPr>
        <p:grpSpPr>
          <a:xfrm>
            <a:off x="11454707" y="219988"/>
            <a:ext cx="550212" cy="349100"/>
            <a:chOff x="10697835" y="1053553"/>
            <a:chExt cx="1328461" cy="842887"/>
          </a:xfrm>
        </p:grpSpPr>
        <p:grpSp>
          <p:nvGrpSpPr>
            <p:cNvPr id="10" name="Graphic 11">
              <a:extLst>
                <a:ext uri="{FF2B5EF4-FFF2-40B4-BE49-F238E27FC236}">
                  <a16:creationId xmlns:a16="http://schemas.microsoft.com/office/drawing/2014/main" id="{7A5D6B69-BCB2-C7C5-3428-5E8DBB6507FC}"/>
                </a:ext>
              </a:extLst>
            </p:cNvPr>
            <p:cNvGrpSpPr/>
            <p:nvPr/>
          </p:nvGrpSpPr>
          <p:grpSpPr>
            <a:xfrm>
              <a:off x="11359350" y="1544944"/>
              <a:ext cx="150824" cy="68486"/>
              <a:chOff x="11359350" y="1544944"/>
              <a:chExt cx="150824" cy="68486"/>
            </a:xfrm>
            <a:solidFill>
              <a:srgbClr val="FFFFFF"/>
            </a:solidFill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A218C5D8-FDA0-BBC7-F76D-53AD03BCD811}"/>
                  </a:ext>
                </a:extLst>
              </p:cNvPr>
              <p:cNvSpPr/>
              <p:nvPr/>
            </p:nvSpPr>
            <p:spPr>
              <a:xfrm>
                <a:off x="11359350" y="1544944"/>
                <a:ext cx="50670" cy="68269"/>
              </a:xfrm>
              <a:custGeom>
                <a:avLst/>
                <a:gdLst>
                  <a:gd name="connsiteX0" fmla="*/ 20807 w 50670"/>
                  <a:gd name="connsiteY0" fmla="*/ 7477 h 68269"/>
                  <a:gd name="connsiteX1" fmla="*/ 0 w 50670"/>
                  <a:gd name="connsiteY1" fmla="*/ 7477 h 68269"/>
                  <a:gd name="connsiteX2" fmla="*/ 0 w 50670"/>
                  <a:gd name="connsiteY2" fmla="*/ 0 h 68269"/>
                  <a:gd name="connsiteX3" fmla="*/ 50670 w 50670"/>
                  <a:gd name="connsiteY3" fmla="*/ 108 h 68269"/>
                  <a:gd name="connsiteX4" fmla="*/ 50670 w 50670"/>
                  <a:gd name="connsiteY4" fmla="*/ 7586 h 68269"/>
                  <a:gd name="connsiteX5" fmla="*/ 29755 w 50670"/>
                  <a:gd name="connsiteY5" fmla="*/ 7586 h 68269"/>
                  <a:gd name="connsiteX6" fmla="*/ 29863 w 50670"/>
                  <a:gd name="connsiteY6" fmla="*/ 68270 h 68269"/>
                  <a:gd name="connsiteX7" fmla="*/ 20915 w 50670"/>
                  <a:gd name="connsiteY7" fmla="*/ 68270 h 68269"/>
                  <a:gd name="connsiteX8" fmla="*/ 20807 w 50670"/>
                  <a:gd name="connsiteY8" fmla="*/ 7477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670" h="68269">
                    <a:moveTo>
                      <a:pt x="20807" y="7477"/>
                    </a:moveTo>
                    <a:lnTo>
                      <a:pt x="0" y="7477"/>
                    </a:lnTo>
                    <a:lnTo>
                      <a:pt x="0" y="0"/>
                    </a:lnTo>
                    <a:lnTo>
                      <a:pt x="50670" y="108"/>
                    </a:lnTo>
                    <a:lnTo>
                      <a:pt x="50670" y="7586"/>
                    </a:lnTo>
                    <a:lnTo>
                      <a:pt x="29755" y="7586"/>
                    </a:lnTo>
                    <a:lnTo>
                      <a:pt x="29863" y="68270"/>
                    </a:lnTo>
                    <a:lnTo>
                      <a:pt x="20915" y="68270"/>
                    </a:lnTo>
                    <a:lnTo>
                      <a:pt x="20807" y="7477"/>
                    </a:lnTo>
                    <a:close/>
                  </a:path>
                </a:pathLst>
              </a:custGeom>
              <a:solidFill>
                <a:schemeClr val="accent2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4A6D190-990E-07DA-9570-589B1587CA82}"/>
                  </a:ext>
                </a:extLst>
              </p:cNvPr>
              <p:cNvSpPr/>
              <p:nvPr/>
            </p:nvSpPr>
            <p:spPr>
              <a:xfrm>
                <a:off x="11411529" y="1545052"/>
                <a:ext cx="50993" cy="68269"/>
              </a:xfrm>
              <a:custGeom>
                <a:avLst/>
                <a:gdLst>
                  <a:gd name="connsiteX0" fmla="*/ 8840 w 50993"/>
                  <a:gd name="connsiteY0" fmla="*/ 0 h 68269"/>
                  <a:gd name="connsiteX1" fmla="*/ 8840 w 50993"/>
                  <a:gd name="connsiteY1" fmla="*/ 28500 h 68269"/>
                  <a:gd name="connsiteX2" fmla="*/ 41938 w 50993"/>
                  <a:gd name="connsiteY2" fmla="*/ 28608 h 68269"/>
                  <a:gd name="connsiteX3" fmla="*/ 41938 w 50993"/>
                  <a:gd name="connsiteY3" fmla="*/ 108 h 68269"/>
                  <a:gd name="connsiteX4" fmla="*/ 50886 w 50993"/>
                  <a:gd name="connsiteY4" fmla="*/ 108 h 68269"/>
                  <a:gd name="connsiteX5" fmla="*/ 50994 w 50993"/>
                  <a:gd name="connsiteY5" fmla="*/ 68270 h 68269"/>
                  <a:gd name="connsiteX6" fmla="*/ 42045 w 50993"/>
                  <a:gd name="connsiteY6" fmla="*/ 68270 h 68269"/>
                  <a:gd name="connsiteX7" fmla="*/ 42045 w 50993"/>
                  <a:gd name="connsiteY7" fmla="*/ 36302 h 68269"/>
                  <a:gd name="connsiteX8" fmla="*/ 8948 w 50993"/>
                  <a:gd name="connsiteY8" fmla="*/ 36194 h 68269"/>
                  <a:gd name="connsiteX9" fmla="*/ 8948 w 50993"/>
                  <a:gd name="connsiteY9" fmla="*/ 68161 h 68269"/>
                  <a:gd name="connsiteX10" fmla="*/ 108 w 50993"/>
                  <a:gd name="connsiteY10" fmla="*/ 68161 h 68269"/>
                  <a:gd name="connsiteX11" fmla="*/ 0 w 50993"/>
                  <a:gd name="connsiteY11" fmla="*/ 0 h 68269"/>
                  <a:gd name="connsiteX12" fmla="*/ 8840 w 50993"/>
                  <a:gd name="connsiteY12" fmla="*/ 0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993" h="68269">
                    <a:moveTo>
                      <a:pt x="8840" y="0"/>
                    </a:moveTo>
                    <a:lnTo>
                      <a:pt x="8840" y="28500"/>
                    </a:lnTo>
                    <a:lnTo>
                      <a:pt x="41938" y="28608"/>
                    </a:lnTo>
                    <a:lnTo>
                      <a:pt x="41938" y="108"/>
                    </a:lnTo>
                    <a:lnTo>
                      <a:pt x="50886" y="108"/>
                    </a:lnTo>
                    <a:lnTo>
                      <a:pt x="50994" y="68270"/>
                    </a:lnTo>
                    <a:lnTo>
                      <a:pt x="42045" y="68270"/>
                    </a:lnTo>
                    <a:lnTo>
                      <a:pt x="42045" y="36302"/>
                    </a:lnTo>
                    <a:lnTo>
                      <a:pt x="8948" y="36194"/>
                    </a:lnTo>
                    <a:lnTo>
                      <a:pt x="8948" y="68161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884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DEE2C99B-2CDF-3FCC-B951-09BD5DECCF24}"/>
                  </a:ext>
                </a:extLst>
              </p:cNvPr>
              <p:cNvSpPr/>
              <p:nvPr/>
            </p:nvSpPr>
            <p:spPr>
              <a:xfrm>
                <a:off x="11471579" y="1545160"/>
                <a:ext cx="38595" cy="68269"/>
              </a:xfrm>
              <a:custGeom>
                <a:avLst/>
                <a:gdLst>
                  <a:gd name="connsiteX0" fmla="*/ 35577 w 38595"/>
                  <a:gd name="connsiteY0" fmla="*/ 36302 h 68269"/>
                  <a:gd name="connsiteX1" fmla="*/ 8948 w 38595"/>
                  <a:gd name="connsiteY1" fmla="*/ 36194 h 68269"/>
                  <a:gd name="connsiteX2" fmla="*/ 8948 w 38595"/>
                  <a:gd name="connsiteY2" fmla="*/ 60793 h 68269"/>
                  <a:gd name="connsiteX3" fmla="*/ 38596 w 38595"/>
                  <a:gd name="connsiteY3" fmla="*/ 60901 h 68269"/>
                  <a:gd name="connsiteX4" fmla="*/ 38596 w 38595"/>
                  <a:gd name="connsiteY4" fmla="*/ 68270 h 68269"/>
                  <a:gd name="connsiteX5" fmla="*/ 108 w 38595"/>
                  <a:gd name="connsiteY5" fmla="*/ 68161 h 68269"/>
                  <a:gd name="connsiteX6" fmla="*/ 0 w 38595"/>
                  <a:gd name="connsiteY6" fmla="*/ 0 h 68269"/>
                  <a:gd name="connsiteX7" fmla="*/ 36978 w 38595"/>
                  <a:gd name="connsiteY7" fmla="*/ 108 h 68269"/>
                  <a:gd name="connsiteX8" fmla="*/ 36978 w 38595"/>
                  <a:gd name="connsiteY8" fmla="*/ 7477 h 68269"/>
                  <a:gd name="connsiteX9" fmla="*/ 8840 w 38595"/>
                  <a:gd name="connsiteY9" fmla="*/ 7369 h 68269"/>
                  <a:gd name="connsiteX10" fmla="*/ 8840 w 38595"/>
                  <a:gd name="connsiteY10" fmla="*/ 28933 h 68269"/>
                  <a:gd name="connsiteX11" fmla="*/ 35469 w 38595"/>
                  <a:gd name="connsiteY11" fmla="*/ 29042 h 68269"/>
                  <a:gd name="connsiteX12" fmla="*/ 35469 w 38595"/>
                  <a:gd name="connsiteY12" fmla="*/ 36302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595" h="68269">
                    <a:moveTo>
                      <a:pt x="35577" y="36302"/>
                    </a:moveTo>
                    <a:lnTo>
                      <a:pt x="8948" y="36194"/>
                    </a:lnTo>
                    <a:lnTo>
                      <a:pt x="8948" y="60793"/>
                    </a:lnTo>
                    <a:lnTo>
                      <a:pt x="38596" y="60901"/>
                    </a:lnTo>
                    <a:lnTo>
                      <a:pt x="38596" y="68270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36978" y="108"/>
                    </a:lnTo>
                    <a:lnTo>
                      <a:pt x="36978" y="7477"/>
                    </a:lnTo>
                    <a:lnTo>
                      <a:pt x="8840" y="7369"/>
                    </a:lnTo>
                    <a:lnTo>
                      <a:pt x="8840" y="28933"/>
                    </a:lnTo>
                    <a:lnTo>
                      <a:pt x="35469" y="29042"/>
                    </a:lnTo>
                    <a:lnTo>
                      <a:pt x="35469" y="36302"/>
                    </a:lnTo>
                    <a:close/>
                  </a:path>
                </a:pathLst>
              </a:custGeom>
              <a:solidFill>
                <a:schemeClr val="accent2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11">
              <a:extLst>
                <a:ext uri="{FF2B5EF4-FFF2-40B4-BE49-F238E27FC236}">
                  <a16:creationId xmlns:a16="http://schemas.microsoft.com/office/drawing/2014/main" id="{90BF3FA5-5B06-B41C-3B3D-4662265FEDC4}"/>
                </a:ext>
              </a:extLst>
            </p:cNvPr>
            <p:cNvGrpSpPr/>
            <p:nvPr/>
          </p:nvGrpSpPr>
          <p:grpSpPr>
            <a:xfrm>
              <a:off x="10725110" y="1240331"/>
              <a:ext cx="894489" cy="278388"/>
              <a:chOff x="10725110" y="1240331"/>
              <a:chExt cx="894489" cy="278388"/>
            </a:xfrm>
            <a:solidFill>
              <a:srgbClr val="DA1F26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0C0355F-5265-4266-4A3A-1F8125270D65}"/>
                  </a:ext>
                </a:extLst>
              </p:cNvPr>
              <p:cNvSpPr/>
              <p:nvPr/>
            </p:nvSpPr>
            <p:spPr>
              <a:xfrm>
                <a:off x="10725110" y="1240331"/>
                <a:ext cx="428216" cy="275571"/>
              </a:xfrm>
              <a:custGeom>
                <a:avLst/>
                <a:gdLst>
                  <a:gd name="connsiteX0" fmla="*/ 307040 w 428216"/>
                  <a:gd name="connsiteY0" fmla="*/ 0 h 275571"/>
                  <a:gd name="connsiteX1" fmla="*/ 193732 w 428216"/>
                  <a:gd name="connsiteY1" fmla="*/ 261159 h 275571"/>
                  <a:gd name="connsiteX2" fmla="*/ 141661 w 428216"/>
                  <a:gd name="connsiteY2" fmla="*/ 179235 h 275571"/>
                  <a:gd name="connsiteX3" fmla="*/ 162791 w 428216"/>
                  <a:gd name="connsiteY3" fmla="*/ 161788 h 275571"/>
                  <a:gd name="connsiteX4" fmla="*/ 178639 w 428216"/>
                  <a:gd name="connsiteY4" fmla="*/ 132205 h 275571"/>
                  <a:gd name="connsiteX5" fmla="*/ 183598 w 428216"/>
                  <a:gd name="connsiteY5" fmla="*/ 99804 h 275571"/>
                  <a:gd name="connsiteX6" fmla="*/ 176914 w 428216"/>
                  <a:gd name="connsiteY6" fmla="*/ 62851 h 275571"/>
                  <a:gd name="connsiteX7" fmla="*/ 157077 w 428216"/>
                  <a:gd name="connsiteY7" fmla="*/ 34785 h 275571"/>
                  <a:gd name="connsiteX8" fmla="*/ 124735 w 428216"/>
                  <a:gd name="connsiteY8" fmla="*/ 16797 h 275571"/>
                  <a:gd name="connsiteX9" fmla="*/ 80641 w 428216"/>
                  <a:gd name="connsiteY9" fmla="*/ 10511 h 275571"/>
                  <a:gd name="connsiteX10" fmla="*/ 647 w 428216"/>
                  <a:gd name="connsiteY10" fmla="*/ 10511 h 275571"/>
                  <a:gd name="connsiteX11" fmla="*/ 0 w 428216"/>
                  <a:gd name="connsiteY11" fmla="*/ 275463 h 275571"/>
                  <a:gd name="connsiteX12" fmla="*/ 51964 w 428216"/>
                  <a:gd name="connsiteY12" fmla="*/ 275463 h 275571"/>
                  <a:gd name="connsiteX13" fmla="*/ 52179 w 428216"/>
                  <a:gd name="connsiteY13" fmla="*/ 191264 h 275571"/>
                  <a:gd name="connsiteX14" fmla="*/ 86786 w 428216"/>
                  <a:gd name="connsiteY14" fmla="*/ 191264 h 275571"/>
                  <a:gd name="connsiteX15" fmla="*/ 142308 w 428216"/>
                  <a:gd name="connsiteY15" fmla="*/ 275571 h 275571"/>
                  <a:gd name="connsiteX16" fmla="*/ 187480 w 428216"/>
                  <a:gd name="connsiteY16" fmla="*/ 275571 h 275571"/>
                  <a:gd name="connsiteX17" fmla="*/ 202896 w 428216"/>
                  <a:gd name="connsiteY17" fmla="*/ 275571 h 275571"/>
                  <a:gd name="connsiteX18" fmla="*/ 238689 w 428216"/>
                  <a:gd name="connsiteY18" fmla="*/ 275571 h 275571"/>
                  <a:gd name="connsiteX19" fmla="*/ 260251 w 428216"/>
                  <a:gd name="connsiteY19" fmla="*/ 223665 h 275571"/>
                  <a:gd name="connsiteX20" fmla="*/ 347791 w 428216"/>
                  <a:gd name="connsiteY20" fmla="*/ 223665 h 275571"/>
                  <a:gd name="connsiteX21" fmla="*/ 368059 w 428216"/>
                  <a:gd name="connsiteY21" fmla="*/ 275571 h 275571"/>
                  <a:gd name="connsiteX22" fmla="*/ 428217 w 428216"/>
                  <a:gd name="connsiteY22" fmla="*/ 275571 h 275571"/>
                  <a:gd name="connsiteX23" fmla="*/ 309843 w 428216"/>
                  <a:gd name="connsiteY23" fmla="*/ 0 h 275571"/>
                  <a:gd name="connsiteX24" fmla="*/ 307040 w 428216"/>
                  <a:gd name="connsiteY24" fmla="*/ 0 h 275571"/>
                  <a:gd name="connsiteX25" fmla="*/ 52395 w 428216"/>
                  <a:gd name="connsiteY25" fmla="*/ 60793 h 275571"/>
                  <a:gd name="connsiteX26" fmla="*/ 89697 w 428216"/>
                  <a:gd name="connsiteY26" fmla="*/ 60793 h 275571"/>
                  <a:gd name="connsiteX27" fmla="*/ 111367 w 428216"/>
                  <a:gd name="connsiteY27" fmla="*/ 65452 h 275571"/>
                  <a:gd name="connsiteX28" fmla="*/ 123333 w 428216"/>
                  <a:gd name="connsiteY28" fmla="*/ 76939 h 275571"/>
                  <a:gd name="connsiteX29" fmla="*/ 128508 w 428216"/>
                  <a:gd name="connsiteY29" fmla="*/ 90484 h 275571"/>
                  <a:gd name="connsiteX30" fmla="*/ 129694 w 428216"/>
                  <a:gd name="connsiteY30" fmla="*/ 101429 h 275571"/>
                  <a:gd name="connsiteX31" fmla="*/ 127646 w 428216"/>
                  <a:gd name="connsiteY31" fmla="*/ 113891 h 275571"/>
                  <a:gd name="connsiteX32" fmla="*/ 121177 w 428216"/>
                  <a:gd name="connsiteY32" fmla="*/ 126678 h 275571"/>
                  <a:gd name="connsiteX33" fmla="*/ 108779 w 428216"/>
                  <a:gd name="connsiteY33" fmla="*/ 136756 h 275571"/>
                  <a:gd name="connsiteX34" fmla="*/ 89050 w 428216"/>
                  <a:gd name="connsiteY34" fmla="*/ 140766 h 275571"/>
                  <a:gd name="connsiteX35" fmla="*/ 52179 w 428216"/>
                  <a:gd name="connsiteY35" fmla="*/ 140766 h 275571"/>
                  <a:gd name="connsiteX36" fmla="*/ 52395 w 428216"/>
                  <a:gd name="connsiteY36" fmla="*/ 60793 h 275571"/>
                  <a:gd name="connsiteX37" fmla="*/ 278578 w 428216"/>
                  <a:gd name="connsiteY37" fmla="*/ 179669 h 275571"/>
                  <a:gd name="connsiteX38" fmla="*/ 305530 w 428216"/>
                  <a:gd name="connsiteY38" fmla="*/ 115083 h 275571"/>
                  <a:gd name="connsiteX39" fmla="*/ 330758 w 428216"/>
                  <a:gd name="connsiteY39" fmla="*/ 179669 h 275571"/>
                  <a:gd name="connsiteX40" fmla="*/ 278578 w 428216"/>
                  <a:gd name="connsiteY40" fmla="*/ 179669 h 27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428216" h="275571">
                    <a:moveTo>
                      <a:pt x="307040" y="0"/>
                    </a:moveTo>
                    <a:lnTo>
                      <a:pt x="193732" y="261159"/>
                    </a:lnTo>
                    <a:lnTo>
                      <a:pt x="141661" y="179235"/>
                    </a:lnTo>
                    <a:cubicBezTo>
                      <a:pt x="150070" y="174467"/>
                      <a:pt x="157185" y="168615"/>
                      <a:pt x="162791" y="161788"/>
                    </a:cubicBezTo>
                    <a:cubicBezTo>
                      <a:pt x="170122" y="152902"/>
                      <a:pt x="175405" y="143041"/>
                      <a:pt x="178639" y="132205"/>
                    </a:cubicBezTo>
                    <a:cubicBezTo>
                      <a:pt x="181874" y="121368"/>
                      <a:pt x="183491" y="110640"/>
                      <a:pt x="183598" y="99804"/>
                    </a:cubicBezTo>
                    <a:cubicBezTo>
                      <a:pt x="183598" y="86150"/>
                      <a:pt x="181334" y="73796"/>
                      <a:pt x="176914" y="62851"/>
                    </a:cubicBezTo>
                    <a:cubicBezTo>
                      <a:pt x="172386" y="51907"/>
                      <a:pt x="165810" y="42587"/>
                      <a:pt x="157077" y="34785"/>
                    </a:cubicBezTo>
                    <a:cubicBezTo>
                      <a:pt x="148345" y="26983"/>
                      <a:pt x="137564" y="21023"/>
                      <a:pt x="124735" y="16797"/>
                    </a:cubicBezTo>
                    <a:cubicBezTo>
                      <a:pt x="111798" y="12570"/>
                      <a:pt x="97136" y="10511"/>
                      <a:pt x="80641" y="10511"/>
                    </a:cubicBezTo>
                    <a:lnTo>
                      <a:pt x="647" y="10511"/>
                    </a:lnTo>
                    <a:lnTo>
                      <a:pt x="0" y="275463"/>
                    </a:lnTo>
                    <a:lnTo>
                      <a:pt x="51964" y="275463"/>
                    </a:lnTo>
                    <a:lnTo>
                      <a:pt x="52179" y="191264"/>
                    </a:lnTo>
                    <a:lnTo>
                      <a:pt x="86786" y="191264"/>
                    </a:lnTo>
                    <a:lnTo>
                      <a:pt x="142308" y="275571"/>
                    </a:lnTo>
                    <a:lnTo>
                      <a:pt x="187480" y="275571"/>
                    </a:lnTo>
                    <a:lnTo>
                      <a:pt x="202896" y="275571"/>
                    </a:lnTo>
                    <a:lnTo>
                      <a:pt x="238689" y="275571"/>
                    </a:lnTo>
                    <a:lnTo>
                      <a:pt x="260251" y="223665"/>
                    </a:lnTo>
                    <a:lnTo>
                      <a:pt x="347791" y="223665"/>
                    </a:lnTo>
                    <a:lnTo>
                      <a:pt x="368059" y="275571"/>
                    </a:lnTo>
                    <a:lnTo>
                      <a:pt x="428217" y="275571"/>
                    </a:lnTo>
                    <a:lnTo>
                      <a:pt x="309843" y="0"/>
                    </a:lnTo>
                    <a:lnTo>
                      <a:pt x="307040" y="0"/>
                    </a:lnTo>
                    <a:close/>
                    <a:moveTo>
                      <a:pt x="52395" y="60793"/>
                    </a:moveTo>
                    <a:lnTo>
                      <a:pt x="89697" y="60793"/>
                    </a:lnTo>
                    <a:cubicBezTo>
                      <a:pt x="98753" y="60793"/>
                      <a:pt x="105976" y="62310"/>
                      <a:pt x="111367" y="65452"/>
                    </a:cubicBezTo>
                    <a:cubicBezTo>
                      <a:pt x="116757" y="68595"/>
                      <a:pt x="120746" y="72388"/>
                      <a:pt x="123333" y="76939"/>
                    </a:cubicBezTo>
                    <a:cubicBezTo>
                      <a:pt x="125921" y="81490"/>
                      <a:pt x="127646" y="86042"/>
                      <a:pt x="128508" y="90484"/>
                    </a:cubicBezTo>
                    <a:cubicBezTo>
                      <a:pt x="129371" y="94927"/>
                      <a:pt x="129802" y="98612"/>
                      <a:pt x="129694" y="101429"/>
                    </a:cubicBezTo>
                    <a:cubicBezTo>
                      <a:pt x="129694" y="105330"/>
                      <a:pt x="129047" y="109448"/>
                      <a:pt x="127646" y="113891"/>
                    </a:cubicBezTo>
                    <a:cubicBezTo>
                      <a:pt x="126352" y="118334"/>
                      <a:pt x="124196" y="122560"/>
                      <a:pt x="121177" y="126678"/>
                    </a:cubicBezTo>
                    <a:cubicBezTo>
                      <a:pt x="118158" y="130796"/>
                      <a:pt x="114062" y="134155"/>
                      <a:pt x="108779" y="136756"/>
                    </a:cubicBezTo>
                    <a:cubicBezTo>
                      <a:pt x="103497" y="139357"/>
                      <a:pt x="96920" y="140766"/>
                      <a:pt x="89050" y="140766"/>
                    </a:cubicBezTo>
                    <a:lnTo>
                      <a:pt x="52179" y="140766"/>
                    </a:lnTo>
                    <a:lnTo>
                      <a:pt x="52395" y="60793"/>
                    </a:lnTo>
                    <a:close/>
                    <a:moveTo>
                      <a:pt x="278578" y="179669"/>
                    </a:moveTo>
                    <a:lnTo>
                      <a:pt x="305530" y="115083"/>
                    </a:lnTo>
                    <a:lnTo>
                      <a:pt x="330758" y="179669"/>
                    </a:lnTo>
                    <a:lnTo>
                      <a:pt x="278578" y="179669"/>
                    </a:ln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3F7ED85-1464-5066-D74B-30D8B96A1F45}"/>
                  </a:ext>
                </a:extLst>
              </p:cNvPr>
              <p:cNvSpPr/>
              <p:nvPr/>
            </p:nvSpPr>
            <p:spPr>
              <a:xfrm>
                <a:off x="11163030" y="1250734"/>
                <a:ext cx="52502" cy="265059"/>
              </a:xfrm>
              <a:custGeom>
                <a:avLst/>
                <a:gdLst>
                  <a:gd name="connsiteX0" fmla="*/ 0 w 52502"/>
                  <a:gd name="connsiteY0" fmla="*/ 265060 h 265059"/>
                  <a:gd name="connsiteX1" fmla="*/ 51964 w 52502"/>
                  <a:gd name="connsiteY1" fmla="*/ 265060 h 265059"/>
                  <a:gd name="connsiteX2" fmla="*/ 52503 w 52502"/>
                  <a:gd name="connsiteY2" fmla="*/ 0 h 265059"/>
                  <a:gd name="connsiteX3" fmla="*/ 539 w 52502"/>
                  <a:gd name="connsiteY3" fmla="*/ 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02" h="265059">
                    <a:moveTo>
                      <a:pt x="0" y="265060"/>
                    </a:moveTo>
                    <a:lnTo>
                      <a:pt x="51964" y="265060"/>
                    </a:lnTo>
                    <a:lnTo>
                      <a:pt x="52503" y="0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28AD2CD-259B-8354-F1CC-983C31B9F6CE}"/>
                  </a:ext>
                </a:extLst>
              </p:cNvPr>
              <p:cNvSpPr/>
              <p:nvPr/>
            </p:nvSpPr>
            <p:spPr>
              <a:xfrm>
                <a:off x="11232135" y="1249325"/>
                <a:ext cx="183382" cy="269394"/>
              </a:xfrm>
              <a:custGeom>
                <a:avLst/>
                <a:gdLst>
                  <a:gd name="connsiteX0" fmla="*/ 77191 w 183382"/>
                  <a:gd name="connsiteY0" fmla="*/ 53315 h 269394"/>
                  <a:gd name="connsiteX1" fmla="*/ 103712 w 183382"/>
                  <a:gd name="connsiteY1" fmla="*/ 46488 h 269394"/>
                  <a:gd name="connsiteX2" fmla="*/ 132928 w 183382"/>
                  <a:gd name="connsiteY2" fmla="*/ 51907 h 269394"/>
                  <a:gd name="connsiteX3" fmla="*/ 163546 w 183382"/>
                  <a:gd name="connsiteY3" fmla="*/ 65561 h 269394"/>
                  <a:gd name="connsiteX4" fmla="*/ 183383 w 183382"/>
                  <a:gd name="connsiteY4" fmla="*/ 25574 h 269394"/>
                  <a:gd name="connsiteX5" fmla="*/ 147806 w 183382"/>
                  <a:gd name="connsiteY5" fmla="*/ 7586 h 269394"/>
                  <a:gd name="connsiteX6" fmla="*/ 96058 w 183382"/>
                  <a:gd name="connsiteY6" fmla="*/ 0 h 269394"/>
                  <a:gd name="connsiteX7" fmla="*/ 53042 w 183382"/>
                  <a:gd name="connsiteY7" fmla="*/ 10945 h 269394"/>
                  <a:gd name="connsiteX8" fmla="*/ 24149 w 183382"/>
                  <a:gd name="connsiteY8" fmla="*/ 37819 h 269394"/>
                  <a:gd name="connsiteX9" fmla="*/ 13907 w 183382"/>
                  <a:gd name="connsiteY9" fmla="*/ 77806 h 269394"/>
                  <a:gd name="connsiteX10" fmla="*/ 20807 w 183382"/>
                  <a:gd name="connsiteY10" fmla="*/ 109990 h 269394"/>
                  <a:gd name="connsiteX11" fmla="*/ 39027 w 183382"/>
                  <a:gd name="connsiteY11" fmla="*/ 131988 h 269394"/>
                  <a:gd name="connsiteX12" fmla="*/ 63176 w 183382"/>
                  <a:gd name="connsiteY12" fmla="*/ 146942 h 269394"/>
                  <a:gd name="connsiteX13" fmla="*/ 88188 w 183382"/>
                  <a:gd name="connsiteY13" fmla="*/ 157779 h 269394"/>
                  <a:gd name="connsiteX14" fmla="*/ 107378 w 183382"/>
                  <a:gd name="connsiteY14" fmla="*/ 167098 h 269394"/>
                  <a:gd name="connsiteX15" fmla="*/ 121285 w 183382"/>
                  <a:gd name="connsiteY15" fmla="*/ 179018 h 269394"/>
                  <a:gd name="connsiteX16" fmla="*/ 126460 w 183382"/>
                  <a:gd name="connsiteY16" fmla="*/ 193431 h 269394"/>
                  <a:gd name="connsiteX17" fmla="*/ 120207 w 183382"/>
                  <a:gd name="connsiteY17" fmla="*/ 211419 h 269394"/>
                  <a:gd name="connsiteX18" fmla="*/ 104467 w 183382"/>
                  <a:gd name="connsiteY18" fmla="*/ 220630 h 269394"/>
                  <a:gd name="connsiteX19" fmla="*/ 85600 w 183382"/>
                  <a:gd name="connsiteY19" fmla="*/ 223340 h 269394"/>
                  <a:gd name="connsiteX20" fmla="*/ 65224 w 183382"/>
                  <a:gd name="connsiteY20" fmla="*/ 220414 h 269394"/>
                  <a:gd name="connsiteX21" fmla="*/ 43231 w 183382"/>
                  <a:gd name="connsiteY21" fmla="*/ 212286 h 269394"/>
                  <a:gd name="connsiteX22" fmla="*/ 22963 w 183382"/>
                  <a:gd name="connsiteY22" fmla="*/ 200258 h 269394"/>
                  <a:gd name="connsiteX23" fmla="*/ 0 w 183382"/>
                  <a:gd name="connsiteY23" fmla="*/ 241003 h 269394"/>
                  <a:gd name="connsiteX24" fmla="*/ 29001 w 183382"/>
                  <a:gd name="connsiteY24" fmla="*/ 257041 h 269394"/>
                  <a:gd name="connsiteX25" fmla="*/ 59618 w 183382"/>
                  <a:gd name="connsiteY25" fmla="*/ 266360 h 269394"/>
                  <a:gd name="connsiteX26" fmla="*/ 90236 w 183382"/>
                  <a:gd name="connsiteY26" fmla="*/ 269394 h 269394"/>
                  <a:gd name="connsiteX27" fmla="*/ 139720 w 183382"/>
                  <a:gd name="connsiteY27" fmla="*/ 258775 h 269394"/>
                  <a:gd name="connsiteX28" fmla="*/ 170230 w 183382"/>
                  <a:gd name="connsiteY28" fmla="*/ 230817 h 269394"/>
                  <a:gd name="connsiteX29" fmla="*/ 180688 w 183382"/>
                  <a:gd name="connsiteY29" fmla="*/ 193323 h 269394"/>
                  <a:gd name="connsiteX30" fmla="*/ 175405 w 183382"/>
                  <a:gd name="connsiteY30" fmla="*/ 161030 h 269394"/>
                  <a:gd name="connsiteX31" fmla="*/ 161174 w 183382"/>
                  <a:gd name="connsiteY31" fmla="*/ 139032 h 269394"/>
                  <a:gd name="connsiteX32" fmla="*/ 140906 w 183382"/>
                  <a:gd name="connsiteY32" fmla="*/ 124294 h 269394"/>
                  <a:gd name="connsiteX33" fmla="*/ 118158 w 183382"/>
                  <a:gd name="connsiteY33" fmla="*/ 114000 h 269394"/>
                  <a:gd name="connsiteX34" fmla="*/ 94009 w 183382"/>
                  <a:gd name="connsiteY34" fmla="*/ 103597 h 269394"/>
                  <a:gd name="connsiteX35" fmla="*/ 75035 w 183382"/>
                  <a:gd name="connsiteY35" fmla="*/ 90484 h 269394"/>
                  <a:gd name="connsiteX36" fmla="*/ 67704 w 183382"/>
                  <a:gd name="connsiteY36" fmla="*/ 73688 h 269394"/>
                  <a:gd name="connsiteX37" fmla="*/ 77191 w 183382"/>
                  <a:gd name="connsiteY37" fmla="*/ 53315 h 26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83382" h="269394">
                    <a:moveTo>
                      <a:pt x="77191" y="53315"/>
                    </a:moveTo>
                    <a:cubicBezTo>
                      <a:pt x="83660" y="48764"/>
                      <a:pt x="92500" y="46488"/>
                      <a:pt x="103712" y="46488"/>
                    </a:cubicBezTo>
                    <a:cubicBezTo>
                      <a:pt x="112768" y="46488"/>
                      <a:pt x="122471" y="48331"/>
                      <a:pt x="132928" y="51907"/>
                    </a:cubicBezTo>
                    <a:cubicBezTo>
                      <a:pt x="143278" y="55483"/>
                      <a:pt x="153520" y="60034"/>
                      <a:pt x="163546" y="65561"/>
                    </a:cubicBezTo>
                    <a:lnTo>
                      <a:pt x="183383" y="25574"/>
                    </a:lnTo>
                    <a:cubicBezTo>
                      <a:pt x="172925" y="18639"/>
                      <a:pt x="161066" y="12570"/>
                      <a:pt x="147806" y="7586"/>
                    </a:cubicBezTo>
                    <a:cubicBezTo>
                      <a:pt x="134545" y="2492"/>
                      <a:pt x="117296" y="0"/>
                      <a:pt x="96058" y="0"/>
                    </a:cubicBezTo>
                    <a:cubicBezTo>
                      <a:pt x="79779" y="759"/>
                      <a:pt x="65440" y="4335"/>
                      <a:pt x="53042" y="10945"/>
                    </a:cubicBezTo>
                    <a:cubicBezTo>
                      <a:pt x="40644" y="17555"/>
                      <a:pt x="30941" y="26549"/>
                      <a:pt x="24149" y="37819"/>
                    </a:cubicBezTo>
                    <a:cubicBezTo>
                      <a:pt x="17357" y="49089"/>
                      <a:pt x="13907" y="62418"/>
                      <a:pt x="13907" y="77806"/>
                    </a:cubicBezTo>
                    <a:cubicBezTo>
                      <a:pt x="13907" y="90484"/>
                      <a:pt x="16171" y="101321"/>
                      <a:pt x="20807" y="109990"/>
                    </a:cubicBezTo>
                    <a:cubicBezTo>
                      <a:pt x="25443" y="118768"/>
                      <a:pt x="31480" y="126028"/>
                      <a:pt x="39027" y="131988"/>
                    </a:cubicBezTo>
                    <a:cubicBezTo>
                      <a:pt x="46573" y="137840"/>
                      <a:pt x="54551" y="142825"/>
                      <a:pt x="63176" y="146942"/>
                    </a:cubicBezTo>
                    <a:cubicBezTo>
                      <a:pt x="71801" y="151060"/>
                      <a:pt x="80102" y="154636"/>
                      <a:pt x="88188" y="157779"/>
                    </a:cubicBezTo>
                    <a:cubicBezTo>
                      <a:pt x="95087" y="160380"/>
                      <a:pt x="101448" y="163522"/>
                      <a:pt x="107378" y="167098"/>
                    </a:cubicBezTo>
                    <a:cubicBezTo>
                      <a:pt x="113199" y="170674"/>
                      <a:pt x="117835" y="174684"/>
                      <a:pt x="121285" y="179018"/>
                    </a:cubicBezTo>
                    <a:cubicBezTo>
                      <a:pt x="124735" y="183353"/>
                      <a:pt x="126460" y="188121"/>
                      <a:pt x="126460" y="193431"/>
                    </a:cubicBezTo>
                    <a:cubicBezTo>
                      <a:pt x="126460" y="201125"/>
                      <a:pt x="124304" y="207085"/>
                      <a:pt x="120207" y="211419"/>
                    </a:cubicBezTo>
                    <a:cubicBezTo>
                      <a:pt x="116002" y="215754"/>
                      <a:pt x="110720" y="218788"/>
                      <a:pt x="104467" y="220630"/>
                    </a:cubicBezTo>
                    <a:cubicBezTo>
                      <a:pt x="98106" y="222473"/>
                      <a:pt x="91853" y="223340"/>
                      <a:pt x="85600" y="223340"/>
                    </a:cubicBezTo>
                    <a:cubicBezTo>
                      <a:pt x="79347" y="223340"/>
                      <a:pt x="72555" y="222364"/>
                      <a:pt x="65224" y="220414"/>
                    </a:cubicBezTo>
                    <a:cubicBezTo>
                      <a:pt x="57786" y="218463"/>
                      <a:pt x="50455" y="215754"/>
                      <a:pt x="43231" y="212286"/>
                    </a:cubicBezTo>
                    <a:cubicBezTo>
                      <a:pt x="36008" y="208819"/>
                      <a:pt x="29216" y="204809"/>
                      <a:pt x="22963" y="200258"/>
                    </a:cubicBezTo>
                    <a:lnTo>
                      <a:pt x="0" y="241003"/>
                    </a:lnTo>
                    <a:cubicBezTo>
                      <a:pt x="9272" y="247505"/>
                      <a:pt x="18974" y="252815"/>
                      <a:pt x="29001" y="257041"/>
                    </a:cubicBezTo>
                    <a:cubicBezTo>
                      <a:pt x="39027" y="261267"/>
                      <a:pt x="49269" y="264410"/>
                      <a:pt x="59618" y="266360"/>
                    </a:cubicBezTo>
                    <a:cubicBezTo>
                      <a:pt x="69968" y="268419"/>
                      <a:pt x="80210" y="269394"/>
                      <a:pt x="90236" y="269394"/>
                    </a:cubicBezTo>
                    <a:cubicBezTo>
                      <a:pt x="109857" y="269394"/>
                      <a:pt x="126352" y="265818"/>
                      <a:pt x="139720" y="258775"/>
                    </a:cubicBezTo>
                    <a:cubicBezTo>
                      <a:pt x="153089" y="251731"/>
                      <a:pt x="163223" y="242412"/>
                      <a:pt x="170230" y="230817"/>
                    </a:cubicBezTo>
                    <a:cubicBezTo>
                      <a:pt x="177238" y="219222"/>
                      <a:pt x="180688" y="206760"/>
                      <a:pt x="180688" y="193323"/>
                    </a:cubicBezTo>
                    <a:cubicBezTo>
                      <a:pt x="180688" y="180644"/>
                      <a:pt x="178963" y="169807"/>
                      <a:pt x="175405" y="161030"/>
                    </a:cubicBezTo>
                    <a:cubicBezTo>
                      <a:pt x="171847" y="152252"/>
                      <a:pt x="167104" y="144992"/>
                      <a:pt x="161174" y="139032"/>
                    </a:cubicBezTo>
                    <a:cubicBezTo>
                      <a:pt x="155245" y="133180"/>
                      <a:pt x="148453" y="128195"/>
                      <a:pt x="140906" y="124294"/>
                    </a:cubicBezTo>
                    <a:cubicBezTo>
                      <a:pt x="133360" y="120285"/>
                      <a:pt x="125813" y="116925"/>
                      <a:pt x="118158" y="114000"/>
                    </a:cubicBezTo>
                    <a:cubicBezTo>
                      <a:pt x="109749" y="110857"/>
                      <a:pt x="101772" y="107389"/>
                      <a:pt x="94009" y="103597"/>
                    </a:cubicBezTo>
                    <a:cubicBezTo>
                      <a:pt x="86247" y="99804"/>
                      <a:pt x="79886" y="95361"/>
                      <a:pt x="75035" y="90484"/>
                    </a:cubicBezTo>
                    <a:cubicBezTo>
                      <a:pt x="70184" y="85608"/>
                      <a:pt x="67704" y="79973"/>
                      <a:pt x="67704" y="73688"/>
                    </a:cubicBezTo>
                    <a:cubicBezTo>
                      <a:pt x="67488" y="64694"/>
                      <a:pt x="70723" y="57867"/>
                      <a:pt x="77191" y="53315"/>
                    </a:cubicBez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72D5746-3BAA-9F32-E7E5-3105D1FD119B}"/>
                  </a:ext>
                </a:extLst>
              </p:cNvPr>
              <p:cNvSpPr/>
              <p:nvPr/>
            </p:nvSpPr>
            <p:spPr>
              <a:xfrm>
                <a:off x="11434600" y="1250734"/>
                <a:ext cx="184999" cy="265059"/>
              </a:xfrm>
              <a:custGeom>
                <a:avLst/>
                <a:gdLst>
                  <a:gd name="connsiteX0" fmla="*/ 52072 w 184999"/>
                  <a:gd name="connsiteY0" fmla="*/ 214670 h 265059"/>
                  <a:gd name="connsiteX1" fmla="*/ 52179 w 184999"/>
                  <a:gd name="connsiteY1" fmla="*/ 157454 h 265059"/>
                  <a:gd name="connsiteX2" fmla="*/ 165487 w 184999"/>
                  <a:gd name="connsiteY2" fmla="*/ 157454 h 265059"/>
                  <a:gd name="connsiteX3" fmla="*/ 165594 w 184999"/>
                  <a:gd name="connsiteY3" fmla="*/ 106956 h 265059"/>
                  <a:gd name="connsiteX4" fmla="*/ 52287 w 184999"/>
                  <a:gd name="connsiteY4" fmla="*/ 106956 h 265059"/>
                  <a:gd name="connsiteX5" fmla="*/ 52395 w 184999"/>
                  <a:gd name="connsiteY5" fmla="*/ 50390 h 265059"/>
                  <a:gd name="connsiteX6" fmla="*/ 180364 w 184999"/>
                  <a:gd name="connsiteY6" fmla="*/ 50390 h 265059"/>
                  <a:gd name="connsiteX7" fmla="*/ 180472 w 184999"/>
                  <a:gd name="connsiteY7" fmla="*/ 0 h 265059"/>
                  <a:gd name="connsiteX8" fmla="*/ 539 w 184999"/>
                  <a:gd name="connsiteY8" fmla="*/ 0 h 265059"/>
                  <a:gd name="connsiteX9" fmla="*/ 0 w 184999"/>
                  <a:gd name="connsiteY9" fmla="*/ 265060 h 265059"/>
                  <a:gd name="connsiteX10" fmla="*/ 184892 w 184999"/>
                  <a:gd name="connsiteY10" fmla="*/ 265060 h 265059"/>
                  <a:gd name="connsiteX11" fmla="*/ 185000 w 184999"/>
                  <a:gd name="connsiteY11" fmla="*/ 21467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999" h="265059">
                    <a:moveTo>
                      <a:pt x="52072" y="214670"/>
                    </a:moveTo>
                    <a:lnTo>
                      <a:pt x="52179" y="157454"/>
                    </a:lnTo>
                    <a:lnTo>
                      <a:pt x="165487" y="157454"/>
                    </a:lnTo>
                    <a:lnTo>
                      <a:pt x="165594" y="106956"/>
                    </a:lnTo>
                    <a:lnTo>
                      <a:pt x="52287" y="106956"/>
                    </a:lnTo>
                    <a:lnTo>
                      <a:pt x="52395" y="50390"/>
                    </a:lnTo>
                    <a:lnTo>
                      <a:pt x="180364" y="50390"/>
                    </a:lnTo>
                    <a:lnTo>
                      <a:pt x="180472" y="0"/>
                    </a:lnTo>
                    <a:lnTo>
                      <a:pt x="539" y="0"/>
                    </a:lnTo>
                    <a:lnTo>
                      <a:pt x="0" y="265060"/>
                    </a:lnTo>
                    <a:lnTo>
                      <a:pt x="184892" y="265060"/>
                    </a:lnTo>
                    <a:lnTo>
                      <a:pt x="185000" y="214670"/>
                    </a:ln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" name="Graphic 11">
              <a:extLst>
                <a:ext uri="{FF2B5EF4-FFF2-40B4-BE49-F238E27FC236}">
                  <a16:creationId xmlns:a16="http://schemas.microsoft.com/office/drawing/2014/main" id="{4EAC0112-0799-BB5D-7DD8-C9412155B384}"/>
                </a:ext>
              </a:extLst>
            </p:cNvPr>
            <p:cNvGrpSpPr/>
            <p:nvPr/>
          </p:nvGrpSpPr>
          <p:grpSpPr>
            <a:xfrm>
              <a:off x="10697835" y="1541801"/>
              <a:ext cx="1210693" cy="353268"/>
              <a:chOff x="10697835" y="1541801"/>
              <a:chExt cx="1210693" cy="353268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59DAB19-540E-DD7B-B89B-2792CAB1CA00}"/>
                  </a:ext>
                </a:extLst>
              </p:cNvPr>
              <p:cNvSpPr/>
              <p:nvPr/>
            </p:nvSpPr>
            <p:spPr>
              <a:xfrm>
                <a:off x="10697835" y="1551771"/>
                <a:ext cx="291407" cy="343299"/>
              </a:xfrm>
              <a:custGeom>
                <a:avLst/>
                <a:gdLst>
                  <a:gd name="connsiteX0" fmla="*/ 291407 w 291407"/>
                  <a:gd name="connsiteY0" fmla="*/ 163956 h 343299"/>
                  <a:gd name="connsiteX1" fmla="*/ 166996 w 291407"/>
                  <a:gd name="connsiteY1" fmla="*/ 163956 h 343299"/>
                  <a:gd name="connsiteX2" fmla="*/ 166888 w 291407"/>
                  <a:gd name="connsiteY2" fmla="*/ 227891 h 343299"/>
                  <a:gd name="connsiteX3" fmla="*/ 224566 w 291407"/>
                  <a:gd name="connsiteY3" fmla="*/ 227891 h 343299"/>
                  <a:gd name="connsiteX4" fmla="*/ 224458 w 291407"/>
                  <a:gd name="connsiteY4" fmla="*/ 268528 h 343299"/>
                  <a:gd name="connsiteX5" fmla="*/ 204513 w 291407"/>
                  <a:gd name="connsiteY5" fmla="*/ 275138 h 343299"/>
                  <a:gd name="connsiteX6" fmla="*/ 178639 w 291407"/>
                  <a:gd name="connsiteY6" fmla="*/ 277197 h 343299"/>
                  <a:gd name="connsiteX7" fmla="*/ 133899 w 291407"/>
                  <a:gd name="connsiteY7" fmla="*/ 270370 h 343299"/>
                  <a:gd name="connsiteX8" fmla="*/ 98969 w 291407"/>
                  <a:gd name="connsiteY8" fmla="*/ 250322 h 343299"/>
                  <a:gd name="connsiteX9" fmla="*/ 76113 w 291407"/>
                  <a:gd name="connsiteY9" fmla="*/ 218138 h 343299"/>
                  <a:gd name="connsiteX10" fmla="*/ 68027 w 291407"/>
                  <a:gd name="connsiteY10" fmla="*/ 175442 h 343299"/>
                  <a:gd name="connsiteX11" fmla="*/ 75358 w 291407"/>
                  <a:gd name="connsiteY11" fmla="*/ 128195 h 343299"/>
                  <a:gd name="connsiteX12" fmla="*/ 97028 w 291407"/>
                  <a:gd name="connsiteY12" fmla="*/ 94169 h 343299"/>
                  <a:gd name="connsiteX13" fmla="*/ 132281 w 291407"/>
                  <a:gd name="connsiteY13" fmla="*/ 73580 h 343299"/>
                  <a:gd name="connsiteX14" fmla="*/ 180472 w 291407"/>
                  <a:gd name="connsiteY14" fmla="*/ 66753 h 343299"/>
                  <a:gd name="connsiteX15" fmla="*/ 205484 w 291407"/>
                  <a:gd name="connsiteY15" fmla="*/ 69678 h 343299"/>
                  <a:gd name="connsiteX16" fmla="*/ 233191 w 291407"/>
                  <a:gd name="connsiteY16" fmla="*/ 77156 h 343299"/>
                  <a:gd name="connsiteX17" fmla="*/ 254968 w 291407"/>
                  <a:gd name="connsiteY17" fmla="*/ 86258 h 343299"/>
                  <a:gd name="connsiteX18" fmla="*/ 276422 w 291407"/>
                  <a:gd name="connsiteY18" fmla="*/ 24599 h 343299"/>
                  <a:gd name="connsiteX19" fmla="*/ 231034 w 291407"/>
                  <a:gd name="connsiteY19" fmla="*/ 7044 h 343299"/>
                  <a:gd name="connsiteX20" fmla="*/ 172063 w 291407"/>
                  <a:gd name="connsiteY20" fmla="*/ 0 h 343299"/>
                  <a:gd name="connsiteX21" fmla="*/ 106839 w 291407"/>
                  <a:gd name="connsiteY21" fmla="*/ 10945 h 343299"/>
                  <a:gd name="connsiteX22" fmla="*/ 51856 w 291407"/>
                  <a:gd name="connsiteY22" fmla="*/ 44538 h 343299"/>
                  <a:gd name="connsiteX23" fmla="*/ 14015 w 291407"/>
                  <a:gd name="connsiteY23" fmla="*/ 101104 h 343299"/>
                  <a:gd name="connsiteX24" fmla="*/ 0 w 291407"/>
                  <a:gd name="connsiteY24" fmla="*/ 181186 h 343299"/>
                  <a:gd name="connsiteX25" fmla="*/ 12182 w 291407"/>
                  <a:gd name="connsiteY25" fmla="*/ 245988 h 343299"/>
                  <a:gd name="connsiteX26" fmla="*/ 47436 w 291407"/>
                  <a:gd name="connsiteY26" fmla="*/ 297353 h 343299"/>
                  <a:gd name="connsiteX27" fmla="*/ 103173 w 291407"/>
                  <a:gd name="connsiteY27" fmla="*/ 331162 h 343299"/>
                  <a:gd name="connsiteX28" fmla="*/ 176699 w 291407"/>
                  <a:gd name="connsiteY28" fmla="*/ 343299 h 343299"/>
                  <a:gd name="connsiteX29" fmla="*/ 209365 w 291407"/>
                  <a:gd name="connsiteY29" fmla="*/ 339831 h 343299"/>
                  <a:gd name="connsiteX30" fmla="*/ 243217 w 291407"/>
                  <a:gd name="connsiteY30" fmla="*/ 330946 h 343299"/>
                  <a:gd name="connsiteX31" fmla="*/ 272541 w 291407"/>
                  <a:gd name="connsiteY31" fmla="*/ 318809 h 343299"/>
                  <a:gd name="connsiteX32" fmla="*/ 291192 w 291407"/>
                  <a:gd name="connsiteY32" fmla="*/ 305805 h 343299"/>
                  <a:gd name="connsiteX33" fmla="*/ 291407 w 291407"/>
                  <a:gd name="connsiteY33" fmla="*/ 163956 h 34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1407" h="343299">
                    <a:moveTo>
                      <a:pt x="291407" y="163956"/>
                    </a:moveTo>
                    <a:lnTo>
                      <a:pt x="166996" y="163956"/>
                    </a:lnTo>
                    <a:lnTo>
                      <a:pt x="166888" y="227891"/>
                    </a:lnTo>
                    <a:lnTo>
                      <a:pt x="224566" y="227891"/>
                    </a:lnTo>
                    <a:lnTo>
                      <a:pt x="224458" y="268528"/>
                    </a:lnTo>
                    <a:cubicBezTo>
                      <a:pt x="218960" y="271562"/>
                      <a:pt x="212383" y="273729"/>
                      <a:pt x="204513" y="275138"/>
                    </a:cubicBezTo>
                    <a:cubicBezTo>
                      <a:pt x="196643" y="276547"/>
                      <a:pt x="188019" y="277197"/>
                      <a:pt x="178639" y="277197"/>
                    </a:cubicBezTo>
                    <a:cubicBezTo>
                      <a:pt x="162252" y="277197"/>
                      <a:pt x="147375" y="274921"/>
                      <a:pt x="133899" y="270370"/>
                    </a:cubicBezTo>
                    <a:cubicBezTo>
                      <a:pt x="120422" y="265818"/>
                      <a:pt x="108779" y="259100"/>
                      <a:pt x="98969" y="250322"/>
                    </a:cubicBezTo>
                    <a:cubicBezTo>
                      <a:pt x="89158" y="241545"/>
                      <a:pt x="81503" y="230817"/>
                      <a:pt x="76113" y="218138"/>
                    </a:cubicBezTo>
                    <a:cubicBezTo>
                      <a:pt x="70723" y="205568"/>
                      <a:pt x="68027" y="191264"/>
                      <a:pt x="68027" y="175442"/>
                    </a:cubicBezTo>
                    <a:cubicBezTo>
                      <a:pt x="68027" y="157454"/>
                      <a:pt x="70507" y="141741"/>
                      <a:pt x="75358" y="128195"/>
                    </a:cubicBezTo>
                    <a:cubicBezTo>
                      <a:pt x="80210" y="114650"/>
                      <a:pt x="87433" y="103271"/>
                      <a:pt x="97028" y="94169"/>
                    </a:cubicBezTo>
                    <a:cubicBezTo>
                      <a:pt x="106623" y="85066"/>
                      <a:pt x="118374" y="78239"/>
                      <a:pt x="132281" y="73580"/>
                    </a:cubicBezTo>
                    <a:cubicBezTo>
                      <a:pt x="146189" y="69028"/>
                      <a:pt x="162252" y="66753"/>
                      <a:pt x="180472" y="66753"/>
                    </a:cubicBezTo>
                    <a:cubicBezTo>
                      <a:pt x="187695" y="66753"/>
                      <a:pt x="196104" y="67728"/>
                      <a:pt x="205484" y="69678"/>
                    </a:cubicBezTo>
                    <a:cubicBezTo>
                      <a:pt x="214863" y="71629"/>
                      <a:pt x="224135" y="74121"/>
                      <a:pt x="233191" y="77156"/>
                    </a:cubicBezTo>
                    <a:cubicBezTo>
                      <a:pt x="242246" y="80190"/>
                      <a:pt x="249577" y="83224"/>
                      <a:pt x="254968" y="86258"/>
                    </a:cubicBezTo>
                    <a:lnTo>
                      <a:pt x="276422" y="24599"/>
                    </a:lnTo>
                    <a:cubicBezTo>
                      <a:pt x="264024" y="17555"/>
                      <a:pt x="248931" y="11703"/>
                      <a:pt x="231034" y="7044"/>
                    </a:cubicBezTo>
                    <a:cubicBezTo>
                      <a:pt x="213138" y="2384"/>
                      <a:pt x="193517" y="0"/>
                      <a:pt x="172063" y="0"/>
                    </a:cubicBezTo>
                    <a:cubicBezTo>
                      <a:pt x="149315" y="0"/>
                      <a:pt x="127646" y="3684"/>
                      <a:pt x="106839" y="10945"/>
                    </a:cubicBezTo>
                    <a:cubicBezTo>
                      <a:pt x="86139" y="18205"/>
                      <a:pt x="67704" y="29475"/>
                      <a:pt x="51856" y="44538"/>
                    </a:cubicBezTo>
                    <a:cubicBezTo>
                      <a:pt x="35900" y="59601"/>
                      <a:pt x="23287" y="78456"/>
                      <a:pt x="14015" y="101104"/>
                    </a:cubicBezTo>
                    <a:cubicBezTo>
                      <a:pt x="4744" y="123752"/>
                      <a:pt x="108" y="150518"/>
                      <a:pt x="0" y="181186"/>
                    </a:cubicBezTo>
                    <a:cubicBezTo>
                      <a:pt x="0" y="204592"/>
                      <a:pt x="3989" y="226265"/>
                      <a:pt x="12182" y="245988"/>
                    </a:cubicBezTo>
                    <a:cubicBezTo>
                      <a:pt x="20268" y="265818"/>
                      <a:pt x="32127" y="282940"/>
                      <a:pt x="47436" y="297353"/>
                    </a:cubicBezTo>
                    <a:cubicBezTo>
                      <a:pt x="62853" y="311765"/>
                      <a:pt x="81396" y="323035"/>
                      <a:pt x="103173" y="331162"/>
                    </a:cubicBezTo>
                    <a:cubicBezTo>
                      <a:pt x="124950" y="339181"/>
                      <a:pt x="149423" y="343299"/>
                      <a:pt x="176699" y="343299"/>
                    </a:cubicBezTo>
                    <a:cubicBezTo>
                      <a:pt x="186941" y="343299"/>
                      <a:pt x="197937" y="342107"/>
                      <a:pt x="209365" y="339831"/>
                    </a:cubicBezTo>
                    <a:cubicBezTo>
                      <a:pt x="220900" y="337556"/>
                      <a:pt x="232112" y="334630"/>
                      <a:pt x="243217" y="330946"/>
                    </a:cubicBezTo>
                    <a:cubicBezTo>
                      <a:pt x="254321" y="327261"/>
                      <a:pt x="264024" y="323252"/>
                      <a:pt x="272541" y="318809"/>
                    </a:cubicBezTo>
                    <a:cubicBezTo>
                      <a:pt x="281058" y="314366"/>
                      <a:pt x="287203" y="310031"/>
                      <a:pt x="291192" y="305805"/>
                    </a:cubicBezTo>
                    <a:lnTo>
                      <a:pt x="291407" y="163956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52559E7-1E2A-9E45-F6C7-01D20369F49F}"/>
                  </a:ext>
                </a:extLst>
              </p:cNvPr>
              <p:cNvSpPr/>
              <p:nvPr/>
            </p:nvSpPr>
            <p:spPr>
              <a:xfrm>
                <a:off x="10980725" y="1542343"/>
                <a:ext cx="305206" cy="349150"/>
              </a:xfrm>
              <a:custGeom>
                <a:avLst/>
                <a:gdLst>
                  <a:gd name="connsiteX0" fmla="*/ 151471 w 305206"/>
                  <a:gd name="connsiteY0" fmla="*/ 0 h 349150"/>
                  <a:gd name="connsiteX1" fmla="*/ 0 w 305206"/>
                  <a:gd name="connsiteY1" fmla="*/ 349151 h 349150"/>
                  <a:gd name="connsiteX2" fmla="*/ 64901 w 305206"/>
                  <a:gd name="connsiteY2" fmla="*/ 349151 h 349150"/>
                  <a:gd name="connsiteX3" fmla="*/ 92284 w 305206"/>
                  <a:gd name="connsiteY3" fmla="*/ 283374 h 349150"/>
                  <a:gd name="connsiteX4" fmla="*/ 203220 w 305206"/>
                  <a:gd name="connsiteY4" fmla="*/ 283374 h 349150"/>
                  <a:gd name="connsiteX5" fmla="*/ 228878 w 305206"/>
                  <a:gd name="connsiteY5" fmla="*/ 349151 h 349150"/>
                  <a:gd name="connsiteX6" fmla="*/ 305207 w 305206"/>
                  <a:gd name="connsiteY6" fmla="*/ 349151 h 349150"/>
                  <a:gd name="connsiteX7" fmla="*/ 155137 w 305206"/>
                  <a:gd name="connsiteY7" fmla="*/ 0 h 349150"/>
                  <a:gd name="connsiteX8" fmla="*/ 151471 w 305206"/>
                  <a:gd name="connsiteY8" fmla="*/ 0 h 349150"/>
                  <a:gd name="connsiteX9" fmla="*/ 115463 w 305206"/>
                  <a:gd name="connsiteY9" fmla="*/ 227674 h 349150"/>
                  <a:gd name="connsiteX10" fmla="*/ 149531 w 305206"/>
                  <a:gd name="connsiteY10" fmla="*/ 145750 h 349150"/>
                  <a:gd name="connsiteX11" fmla="*/ 181442 w 305206"/>
                  <a:gd name="connsiteY11" fmla="*/ 227674 h 349150"/>
                  <a:gd name="connsiteX12" fmla="*/ 115463 w 305206"/>
                  <a:gd name="connsiteY12" fmla="*/ 227674 h 34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206" h="349150">
                    <a:moveTo>
                      <a:pt x="151471" y="0"/>
                    </a:moveTo>
                    <a:lnTo>
                      <a:pt x="0" y="349151"/>
                    </a:lnTo>
                    <a:lnTo>
                      <a:pt x="64901" y="349151"/>
                    </a:lnTo>
                    <a:lnTo>
                      <a:pt x="92284" y="283374"/>
                    </a:lnTo>
                    <a:lnTo>
                      <a:pt x="203220" y="283374"/>
                    </a:lnTo>
                    <a:lnTo>
                      <a:pt x="228878" y="349151"/>
                    </a:lnTo>
                    <a:lnTo>
                      <a:pt x="305207" y="349151"/>
                    </a:lnTo>
                    <a:lnTo>
                      <a:pt x="155137" y="0"/>
                    </a:lnTo>
                    <a:lnTo>
                      <a:pt x="151471" y="0"/>
                    </a:lnTo>
                    <a:close/>
                    <a:moveTo>
                      <a:pt x="115463" y="227674"/>
                    </a:moveTo>
                    <a:lnTo>
                      <a:pt x="149531" y="145750"/>
                    </a:lnTo>
                    <a:lnTo>
                      <a:pt x="181442" y="227674"/>
                    </a:lnTo>
                    <a:lnTo>
                      <a:pt x="115463" y="227674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6F08E2E-438E-E874-CA7C-0E978A3AE232}"/>
                  </a:ext>
                </a:extLst>
              </p:cNvPr>
              <p:cNvSpPr/>
              <p:nvPr/>
            </p:nvSpPr>
            <p:spPr>
              <a:xfrm>
                <a:off x="11289058" y="1541801"/>
                <a:ext cx="344880" cy="349692"/>
              </a:xfrm>
              <a:custGeom>
                <a:avLst/>
                <a:gdLst>
                  <a:gd name="connsiteX0" fmla="*/ 170230 w 344880"/>
                  <a:gd name="connsiteY0" fmla="*/ 241653 h 349692"/>
                  <a:gd name="connsiteX1" fmla="*/ 1186 w 344880"/>
                  <a:gd name="connsiteY1" fmla="*/ 0 h 349692"/>
                  <a:gd name="connsiteX2" fmla="*/ 755 w 344880"/>
                  <a:gd name="connsiteY2" fmla="*/ 0 h 349692"/>
                  <a:gd name="connsiteX3" fmla="*/ 0 w 344880"/>
                  <a:gd name="connsiteY3" fmla="*/ 349693 h 349692"/>
                  <a:gd name="connsiteX4" fmla="*/ 63607 w 344880"/>
                  <a:gd name="connsiteY4" fmla="*/ 349693 h 349692"/>
                  <a:gd name="connsiteX5" fmla="*/ 63931 w 344880"/>
                  <a:gd name="connsiteY5" fmla="*/ 199283 h 349692"/>
                  <a:gd name="connsiteX6" fmla="*/ 168505 w 344880"/>
                  <a:gd name="connsiteY6" fmla="*/ 345141 h 349692"/>
                  <a:gd name="connsiteX7" fmla="*/ 169368 w 344880"/>
                  <a:gd name="connsiteY7" fmla="*/ 345141 h 349692"/>
                  <a:gd name="connsiteX8" fmla="*/ 278686 w 344880"/>
                  <a:gd name="connsiteY8" fmla="*/ 189421 h 349692"/>
                  <a:gd name="connsiteX9" fmla="*/ 278362 w 344880"/>
                  <a:gd name="connsiteY9" fmla="*/ 349693 h 349692"/>
                  <a:gd name="connsiteX10" fmla="*/ 344234 w 344880"/>
                  <a:gd name="connsiteY10" fmla="*/ 349693 h 349692"/>
                  <a:gd name="connsiteX11" fmla="*/ 344881 w 344880"/>
                  <a:gd name="connsiteY11" fmla="*/ 0 h 349692"/>
                  <a:gd name="connsiteX12" fmla="*/ 344018 w 344880"/>
                  <a:gd name="connsiteY12" fmla="*/ 0 h 34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4880" h="349692">
                    <a:moveTo>
                      <a:pt x="170230" y="241653"/>
                    </a:moveTo>
                    <a:lnTo>
                      <a:pt x="1186" y="0"/>
                    </a:lnTo>
                    <a:lnTo>
                      <a:pt x="755" y="0"/>
                    </a:lnTo>
                    <a:lnTo>
                      <a:pt x="0" y="349693"/>
                    </a:lnTo>
                    <a:lnTo>
                      <a:pt x="63607" y="349693"/>
                    </a:lnTo>
                    <a:lnTo>
                      <a:pt x="63931" y="199283"/>
                    </a:lnTo>
                    <a:lnTo>
                      <a:pt x="168505" y="345141"/>
                    </a:lnTo>
                    <a:lnTo>
                      <a:pt x="169368" y="345141"/>
                    </a:lnTo>
                    <a:lnTo>
                      <a:pt x="278686" y="189421"/>
                    </a:lnTo>
                    <a:lnTo>
                      <a:pt x="278362" y="349693"/>
                    </a:lnTo>
                    <a:lnTo>
                      <a:pt x="344234" y="349693"/>
                    </a:lnTo>
                    <a:lnTo>
                      <a:pt x="344881" y="0"/>
                    </a:lnTo>
                    <a:lnTo>
                      <a:pt x="344018" y="0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F1D1B26-8428-3DCF-8045-D773359B12D3}"/>
                  </a:ext>
                </a:extLst>
              </p:cNvPr>
              <p:cNvSpPr/>
              <p:nvPr/>
            </p:nvSpPr>
            <p:spPr>
              <a:xfrm>
                <a:off x="11674152" y="1555563"/>
                <a:ext cx="234376" cy="335930"/>
              </a:xfrm>
              <a:custGeom>
                <a:avLst/>
                <a:gdLst>
                  <a:gd name="connsiteX0" fmla="*/ 65979 w 234376"/>
                  <a:gd name="connsiteY0" fmla="*/ 271995 h 335930"/>
                  <a:gd name="connsiteX1" fmla="*/ 66087 w 234376"/>
                  <a:gd name="connsiteY1" fmla="*/ 199391 h 335930"/>
                  <a:gd name="connsiteX2" fmla="*/ 209580 w 234376"/>
                  <a:gd name="connsiteY2" fmla="*/ 199391 h 335930"/>
                  <a:gd name="connsiteX3" fmla="*/ 209688 w 234376"/>
                  <a:gd name="connsiteY3" fmla="*/ 135564 h 335930"/>
                  <a:gd name="connsiteX4" fmla="*/ 66195 w 234376"/>
                  <a:gd name="connsiteY4" fmla="*/ 135564 h 335930"/>
                  <a:gd name="connsiteX5" fmla="*/ 66410 w 234376"/>
                  <a:gd name="connsiteY5" fmla="*/ 63827 h 335930"/>
                  <a:gd name="connsiteX6" fmla="*/ 228555 w 234376"/>
                  <a:gd name="connsiteY6" fmla="*/ 63827 h 335930"/>
                  <a:gd name="connsiteX7" fmla="*/ 228663 w 234376"/>
                  <a:gd name="connsiteY7" fmla="*/ 0 h 335930"/>
                  <a:gd name="connsiteX8" fmla="*/ 647 w 234376"/>
                  <a:gd name="connsiteY8" fmla="*/ 0 h 335930"/>
                  <a:gd name="connsiteX9" fmla="*/ 0 w 234376"/>
                  <a:gd name="connsiteY9" fmla="*/ 335930 h 335930"/>
                  <a:gd name="connsiteX10" fmla="*/ 234269 w 234376"/>
                  <a:gd name="connsiteY10" fmla="*/ 335930 h 335930"/>
                  <a:gd name="connsiteX11" fmla="*/ 234376 w 234376"/>
                  <a:gd name="connsiteY11" fmla="*/ 271995 h 335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4376" h="335930">
                    <a:moveTo>
                      <a:pt x="65979" y="271995"/>
                    </a:moveTo>
                    <a:lnTo>
                      <a:pt x="66087" y="199391"/>
                    </a:lnTo>
                    <a:lnTo>
                      <a:pt x="209580" y="199391"/>
                    </a:lnTo>
                    <a:lnTo>
                      <a:pt x="209688" y="135564"/>
                    </a:lnTo>
                    <a:lnTo>
                      <a:pt x="66195" y="135564"/>
                    </a:lnTo>
                    <a:lnTo>
                      <a:pt x="66410" y="63827"/>
                    </a:lnTo>
                    <a:lnTo>
                      <a:pt x="228555" y="63827"/>
                    </a:lnTo>
                    <a:lnTo>
                      <a:pt x="228663" y="0"/>
                    </a:lnTo>
                    <a:lnTo>
                      <a:pt x="647" y="0"/>
                    </a:lnTo>
                    <a:lnTo>
                      <a:pt x="0" y="335930"/>
                    </a:lnTo>
                    <a:lnTo>
                      <a:pt x="234269" y="335930"/>
                    </a:lnTo>
                    <a:lnTo>
                      <a:pt x="234376" y="271995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F381317-C515-3A29-0FB3-55CC229C64D1}"/>
                </a:ext>
              </a:extLst>
            </p:cNvPr>
            <p:cNvSpPr/>
            <p:nvPr/>
          </p:nvSpPr>
          <p:spPr>
            <a:xfrm>
              <a:off x="11263250" y="1438773"/>
              <a:ext cx="459260" cy="457667"/>
            </a:xfrm>
            <a:custGeom>
              <a:avLst/>
              <a:gdLst>
                <a:gd name="connsiteX0" fmla="*/ 448635 w 459260"/>
                <a:gd name="connsiteY0" fmla="*/ 2682 h 457667"/>
                <a:gd name="connsiteX1" fmla="*/ 410471 w 459260"/>
                <a:gd name="connsiteY1" fmla="*/ 9617 h 457667"/>
                <a:gd name="connsiteX2" fmla="*/ 21927 w 459260"/>
                <a:gd name="connsiteY2" fmla="*/ 433215 h 457667"/>
                <a:gd name="connsiteX3" fmla="*/ 30013 w 459260"/>
                <a:gd name="connsiteY3" fmla="*/ 344139 h 457667"/>
                <a:gd name="connsiteX4" fmla="*/ 14596 w 459260"/>
                <a:gd name="connsiteY4" fmla="*/ 457163 h 457667"/>
                <a:gd name="connsiteX5" fmla="*/ 456074 w 459260"/>
                <a:gd name="connsiteY5" fmla="*/ 34324 h 457667"/>
                <a:gd name="connsiteX6" fmla="*/ 448635 w 459260"/>
                <a:gd name="connsiteY6" fmla="*/ 2682 h 457667"/>
                <a:gd name="connsiteX7" fmla="*/ 448635 w 459260"/>
                <a:gd name="connsiteY7" fmla="*/ 2682 h 45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9260" h="457667">
                  <a:moveTo>
                    <a:pt x="448635" y="2682"/>
                  </a:moveTo>
                  <a:cubicBezTo>
                    <a:pt x="439471" y="-2628"/>
                    <a:pt x="417155" y="81"/>
                    <a:pt x="410471" y="9617"/>
                  </a:cubicBezTo>
                  <a:cubicBezTo>
                    <a:pt x="347402" y="98801"/>
                    <a:pt x="76587" y="444701"/>
                    <a:pt x="21927" y="433215"/>
                  </a:cubicBezTo>
                  <a:cubicBezTo>
                    <a:pt x="-7612" y="427038"/>
                    <a:pt x="30013" y="344139"/>
                    <a:pt x="30013" y="344139"/>
                  </a:cubicBezTo>
                  <a:cubicBezTo>
                    <a:pt x="30013" y="344139"/>
                    <a:pt x="-25616" y="447194"/>
                    <a:pt x="14596" y="457163"/>
                  </a:cubicBezTo>
                  <a:cubicBezTo>
                    <a:pt x="54162" y="466916"/>
                    <a:pt x="216954" y="335470"/>
                    <a:pt x="456074" y="34324"/>
                  </a:cubicBezTo>
                  <a:cubicBezTo>
                    <a:pt x="463189" y="25439"/>
                    <a:pt x="457367" y="7775"/>
                    <a:pt x="448635" y="2682"/>
                  </a:cubicBezTo>
                  <a:lnTo>
                    <a:pt x="448635" y="2682"/>
                  </a:lnTo>
                  <a:close/>
                </a:path>
              </a:pathLst>
            </a:custGeom>
            <a:gradFill>
              <a:gsLst>
                <a:gs pos="0">
                  <a:srgbClr val="CA2027"/>
                </a:gs>
                <a:gs pos="50000">
                  <a:srgbClr val="DB2125"/>
                </a:gs>
                <a:gs pos="100000">
                  <a:srgbClr val="EC2224"/>
                </a:gs>
              </a:gsLst>
              <a:lin ang="19915065" scaled="1"/>
            </a:gradFill>
            <a:ln w="10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aphic 11">
              <a:extLst>
                <a:ext uri="{FF2B5EF4-FFF2-40B4-BE49-F238E27FC236}">
                  <a16:creationId xmlns:a16="http://schemas.microsoft.com/office/drawing/2014/main" id="{389A9840-5541-92FE-A6E5-80187E83D0EE}"/>
                </a:ext>
              </a:extLst>
            </p:cNvPr>
            <p:cNvGrpSpPr/>
            <p:nvPr/>
          </p:nvGrpSpPr>
          <p:grpSpPr>
            <a:xfrm>
              <a:off x="11682237" y="1053553"/>
              <a:ext cx="344058" cy="400147"/>
              <a:chOff x="11682237" y="1053553"/>
              <a:chExt cx="344058" cy="400147"/>
            </a:xfrm>
            <a:solidFill>
              <a:srgbClr val="FFFFFF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FB45552-00EB-52BF-C5CD-2F3AAA2D26E2}"/>
                  </a:ext>
                </a:extLst>
              </p:cNvPr>
              <p:cNvSpPr/>
              <p:nvPr/>
            </p:nvSpPr>
            <p:spPr>
              <a:xfrm>
                <a:off x="11828249" y="1317378"/>
                <a:ext cx="79847" cy="132963"/>
              </a:xfrm>
              <a:custGeom>
                <a:avLst/>
                <a:gdLst>
                  <a:gd name="connsiteX0" fmla="*/ 79847 w 79847"/>
                  <a:gd name="connsiteY0" fmla="*/ 0 h 132963"/>
                  <a:gd name="connsiteX1" fmla="*/ 78661 w 79847"/>
                  <a:gd name="connsiteY1" fmla="*/ 5635 h 132963"/>
                  <a:gd name="connsiteX2" fmla="*/ 62059 w 79847"/>
                  <a:gd name="connsiteY2" fmla="*/ 68053 h 132963"/>
                  <a:gd name="connsiteX3" fmla="*/ 57531 w 79847"/>
                  <a:gd name="connsiteY3" fmla="*/ 77047 h 132963"/>
                  <a:gd name="connsiteX4" fmla="*/ 13868 w 79847"/>
                  <a:gd name="connsiteY4" fmla="*/ 132963 h 132963"/>
                  <a:gd name="connsiteX5" fmla="*/ 12251 w 79847"/>
                  <a:gd name="connsiteY5" fmla="*/ 128195 h 132963"/>
                  <a:gd name="connsiteX6" fmla="*/ 284 w 79847"/>
                  <a:gd name="connsiteY6" fmla="*/ 77047 h 132963"/>
                  <a:gd name="connsiteX7" fmla="*/ 2656 w 79847"/>
                  <a:gd name="connsiteY7" fmla="*/ 70004 h 132963"/>
                  <a:gd name="connsiteX8" fmla="*/ 76829 w 79847"/>
                  <a:gd name="connsiteY8" fmla="*/ 2059 h 132963"/>
                  <a:gd name="connsiteX9" fmla="*/ 79847 w 79847"/>
                  <a:gd name="connsiteY9" fmla="*/ 0 h 132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847" h="132963">
                    <a:moveTo>
                      <a:pt x="79847" y="0"/>
                    </a:moveTo>
                    <a:cubicBezTo>
                      <a:pt x="79308" y="2384"/>
                      <a:pt x="79093" y="4010"/>
                      <a:pt x="78661" y="5635"/>
                    </a:cubicBezTo>
                    <a:cubicBezTo>
                      <a:pt x="73163" y="26441"/>
                      <a:pt x="67773" y="47247"/>
                      <a:pt x="62059" y="68053"/>
                    </a:cubicBezTo>
                    <a:cubicBezTo>
                      <a:pt x="61196" y="71087"/>
                      <a:pt x="59579" y="74447"/>
                      <a:pt x="57531" y="77047"/>
                    </a:cubicBezTo>
                    <a:cubicBezTo>
                      <a:pt x="43300" y="95469"/>
                      <a:pt x="28854" y="113783"/>
                      <a:pt x="13868" y="132963"/>
                    </a:cubicBezTo>
                    <a:cubicBezTo>
                      <a:pt x="13222" y="131013"/>
                      <a:pt x="12575" y="129604"/>
                      <a:pt x="12251" y="128195"/>
                    </a:cubicBezTo>
                    <a:cubicBezTo>
                      <a:pt x="8262" y="111182"/>
                      <a:pt x="4381" y="94061"/>
                      <a:pt x="284" y="77047"/>
                    </a:cubicBezTo>
                    <a:cubicBezTo>
                      <a:pt x="-362" y="74230"/>
                      <a:pt x="-39" y="72388"/>
                      <a:pt x="2656" y="70004"/>
                    </a:cubicBezTo>
                    <a:cubicBezTo>
                      <a:pt x="27452" y="47464"/>
                      <a:pt x="52141" y="24707"/>
                      <a:pt x="76829" y="2059"/>
                    </a:cubicBezTo>
                    <a:cubicBezTo>
                      <a:pt x="77583" y="1517"/>
                      <a:pt x="78446" y="1084"/>
                      <a:pt x="7984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243EFEE-13FB-ACB1-276E-94D8A8656B90}"/>
                  </a:ext>
                </a:extLst>
              </p:cNvPr>
              <p:cNvSpPr/>
              <p:nvPr/>
            </p:nvSpPr>
            <p:spPr>
              <a:xfrm>
                <a:off x="11682237" y="1228952"/>
                <a:ext cx="112336" cy="96011"/>
              </a:xfrm>
              <a:custGeom>
                <a:avLst/>
                <a:gdLst>
                  <a:gd name="connsiteX0" fmla="*/ 0 w 112336"/>
                  <a:gd name="connsiteY0" fmla="*/ 95686 h 96011"/>
                  <a:gd name="connsiteX1" fmla="*/ 45819 w 112336"/>
                  <a:gd name="connsiteY1" fmla="*/ 37277 h 96011"/>
                  <a:gd name="connsiteX2" fmla="*/ 48514 w 112336"/>
                  <a:gd name="connsiteY2" fmla="*/ 34893 h 96011"/>
                  <a:gd name="connsiteX3" fmla="*/ 112337 w 112336"/>
                  <a:gd name="connsiteY3" fmla="*/ 0 h 96011"/>
                  <a:gd name="connsiteX4" fmla="*/ 99939 w 112336"/>
                  <a:gd name="connsiteY4" fmla="*/ 23190 h 96011"/>
                  <a:gd name="connsiteX5" fmla="*/ 63607 w 112336"/>
                  <a:gd name="connsiteY5" fmla="*/ 90159 h 96011"/>
                  <a:gd name="connsiteX6" fmla="*/ 55306 w 112336"/>
                  <a:gd name="connsiteY6" fmla="*/ 95686 h 96011"/>
                  <a:gd name="connsiteX7" fmla="*/ 5067 w 112336"/>
                  <a:gd name="connsiteY7" fmla="*/ 96011 h 96011"/>
                  <a:gd name="connsiteX8" fmla="*/ 0 w 112336"/>
                  <a:gd name="connsiteY8" fmla="*/ 95686 h 96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336" h="96011">
                    <a:moveTo>
                      <a:pt x="0" y="95686"/>
                    </a:moveTo>
                    <a:cubicBezTo>
                      <a:pt x="15740" y="75639"/>
                      <a:pt x="30726" y="56458"/>
                      <a:pt x="45819" y="37277"/>
                    </a:cubicBezTo>
                    <a:cubicBezTo>
                      <a:pt x="46573" y="36302"/>
                      <a:pt x="47544" y="35435"/>
                      <a:pt x="48514" y="34893"/>
                    </a:cubicBezTo>
                    <a:cubicBezTo>
                      <a:pt x="69213" y="23515"/>
                      <a:pt x="89913" y="12245"/>
                      <a:pt x="112337" y="0"/>
                    </a:cubicBezTo>
                    <a:cubicBezTo>
                      <a:pt x="107701" y="8778"/>
                      <a:pt x="103820" y="15930"/>
                      <a:pt x="99939" y="23190"/>
                    </a:cubicBezTo>
                    <a:cubicBezTo>
                      <a:pt x="87864" y="45513"/>
                      <a:pt x="75574" y="67836"/>
                      <a:pt x="63607" y="90159"/>
                    </a:cubicBezTo>
                    <a:cubicBezTo>
                      <a:pt x="61451" y="94061"/>
                      <a:pt x="59511" y="95794"/>
                      <a:pt x="55306" y="95686"/>
                    </a:cubicBezTo>
                    <a:cubicBezTo>
                      <a:pt x="38596" y="95469"/>
                      <a:pt x="21885" y="95794"/>
                      <a:pt x="5067" y="96011"/>
                    </a:cubicBezTo>
                    <a:cubicBezTo>
                      <a:pt x="3666" y="95903"/>
                      <a:pt x="2372" y="95794"/>
                      <a:pt x="0" y="9568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1BD1574-3C16-DBD3-FD22-083CF6330780}"/>
                  </a:ext>
                </a:extLst>
              </p:cNvPr>
              <p:cNvSpPr/>
              <p:nvPr/>
            </p:nvSpPr>
            <p:spPr>
              <a:xfrm>
                <a:off x="11700134" y="1398554"/>
                <a:ext cx="60696" cy="55146"/>
              </a:xfrm>
              <a:custGeom>
                <a:avLst/>
                <a:gdLst>
                  <a:gd name="connsiteX0" fmla="*/ 60696 w 60696"/>
                  <a:gd name="connsiteY0" fmla="*/ 29897 h 55146"/>
                  <a:gd name="connsiteX1" fmla="*/ 48514 w 60696"/>
                  <a:gd name="connsiteY1" fmla="*/ 55146 h 55146"/>
                  <a:gd name="connsiteX2" fmla="*/ 0 w 60696"/>
                  <a:gd name="connsiteY2" fmla="*/ 16677 h 55146"/>
                  <a:gd name="connsiteX3" fmla="*/ 20484 w 60696"/>
                  <a:gd name="connsiteY3" fmla="*/ 314 h 55146"/>
                  <a:gd name="connsiteX4" fmla="*/ 23610 w 60696"/>
                  <a:gd name="connsiteY4" fmla="*/ 531 h 55146"/>
                  <a:gd name="connsiteX5" fmla="*/ 60696 w 60696"/>
                  <a:gd name="connsiteY5" fmla="*/ 29897 h 5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696" h="55146">
                    <a:moveTo>
                      <a:pt x="60696" y="29897"/>
                    </a:moveTo>
                    <a:cubicBezTo>
                      <a:pt x="56600" y="38350"/>
                      <a:pt x="52719" y="46477"/>
                      <a:pt x="48514" y="55146"/>
                    </a:cubicBezTo>
                    <a:cubicBezTo>
                      <a:pt x="32235" y="42251"/>
                      <a:pt x="16387" y="29789"/>
                      <a:pt x="0" y="16677"/>
                    </a:cubicBezTo>
                    <a:cubicBezTo>
                      <a:pt x="7115" y="11042"/>
                      <a:pt x="13692" y="5624"/>
                      <a:pt x="20484" y="314"/>
                    </a:cubicBezTo>
                    <a:cubicBezTo>
                      <a:pt x="21238" y="-228"/>
                      <a:pt x="22856" y="-11"/>
                      <a:pt x="23610" y="531"/>
                    </a:cubicBezTo>
                    <a:cubicBezTo>
                      <a:pt x="35900" y="10283"/>
                      <a:pt x="48191" y="20036"/>
                      <a:pt x="60696" y="298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FE251156-69A1-C4A2-0091-AB6E4A1FBE13}"/>
                  </a:ext>
                </a:extLst>
              </p:cNvPr>
              <p:cNvSpPr/>
              <p:nvPr/>
            </p:nvSpPr>
            <p:spPr>
              <a:xfrm>
                <a:off x="11735816" y="1053553"/>
                <a:ext cx="290480" cy="357894"/>
              </a:xfrm>
              <a:custGeom>
                <a:avLst/>
                <a:gdLst>
                  <a:gd name="connsiteX0" fmla="*/ 269201 w 290480"/>
                  <a:gd name="connsiteY0" fmla="*/ 932 h 357894"/>
                  <a:gd name="connsiteX1" fmla="*/ 127756 w 290480"/>
                  <a:gd name="connsiteY1" fmla="*/ 94559 h 357894"/>
                  <a:gd name="connsiteX2" fmla="*/ 81506 w 290480"/>
                  <a:gd name="connsiteY2" fmla="*/ 168031 h 357894"/>
                  <a:gd name="connsiteX3" fmla="*/ 3991 w 290480"/>
                  <a:gd name="connsiteY3" fmla="*/ 311289 h 357894"/>
                  <a:gd name="connsiteX4" fmla="*/ 6902 w 290480"/>
                  <a:gd name="connsiteY4" fmla="*/ 338488 h 357894"/>
                  <a:gd name="connsiteX5" fmla="*/ 24152 w 290480"/>
                  <a:gd name="connsiteY5" fmla="*/ 352142 h 357894"/>
                  <a:gd name="connsiteX6" fmla="*/ 56710 w 290480"/>
                  <a:gd name="connsiteY6" fmla="*/ 347482 h 357894"/>
                  <a:gd name="connsiteX7" fmla="*/ 173898 w 290480"/>
                  <a:gd name="connsiteY7" fmla="*/ 239985 h 357894"/>
                  <a:gd name="connsiteX8" fmla="*/ 227587 w 290480"/>
                  <a:gd name="connsiteY8" fmla="*/ 186453 h 357894"/>
                  <a:gd name="connsiteX9" fmla="*/ 248502 w 290480"/>
                  <a:gd name="connsiteY9" fmla="*/ 155027 h 357894"/>
                  <a:gd name="connsiteX10" fmla="*/ 290440 w 290480"/>
                  <a:gd name="connsiteY10" fmla="*/ 17512 h 357894"/>
                  <a:gd name="connsiteX11" fmla="*/ 269201 w 290480"/>
                  <a:gd name="connsiteY11" fmla="*/ 932 h 357894"/>
                  <a:gd name="connsiteX12" fmla="*/ 199018 w 290480"/>
                  <a:gd name="connsiteY12" fmla="*/ 153401 h 357894"/>
                  <a:gd name="connsiteX13" fmla="*/ 159128 w 290480"/>
                  <a:gd name="connsiteY13" fmla="*/ 113306 h 357894"/>
                  <a:gd name="connsiteX14" fmla="*/ 199018 w 290480"/>
                  <a:gd name="connsiteY14" fmla="*/ 73212 h 357894"/>
                  <a:gd name="connsiteX15" fmla="*/ 238907 w 290480"/>
                  <a:gd name="connsiteY15" fmla="*/ 113306 h 357894"/>
                  <a:gd name="connsiteX16" fmla="*/ 199018 w 290480"/>
                  <a:gd name="connsiteY16" fmla="*/ 153401 h 357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0480" h="357894">
                    <a:moveTo>
                      <a:pt x="269201" y="932"/>
                    </a:moveTo>
                    <a:cubicBezTo>
                      <a:pt x="215512" y="17079"/>
                      <a:pt x="167969" y="47204"/>
                      <a:pt x="127756" y="94559"/>
                    </a:cubicBezTo>
                    <a:cubicBezTo>
                      <a:pt x="108674" y="117099"/>
                      <a:pt x="95198" y="142565"/>
                      <a:pt x="81506" y="168031"/>
                    </a:cubicBezTo>
                    <a:cubicBezTo>
                      <a:pt x="55740" y="215819"/>
                      <a:pt x="29758" y="263500"/>
                      <a:pt x="3991" y="311289"/>
                    </a:cubicBezTo>
                    <a:cubicBezTo>
                      <a:pt x="-2261" y="322775"/>
                      <a:pt x="-1076" y="331986"/>
                      <a:pt x="6902" y="338488"/>
                    </a:cubicBezTo>
                    <a:cubicBezTo>
                      <a:pt x="12616" y="343148"/>
                      <a:pt x="18438" y="347591"/>
                      <a:pt x="24152" y="352142"/>
                    </a:cubicBezTo>
                    <a:cubicBezTo>
                      <a:pt x="35364" y="361028"/>
                      <a:pt x="43342" y="359728"/>
                      <a:pt x="56710" y="347482"/>
                    </a:cubicBezTo>
                    <a:cubicBezTo>
                      <a:pt x="95737" y="311614"/>
                      <a:pt x="134871" y="275853"/>
                      <a:pt x="173898" y="239985"/>
                    </a:cubicBezTo>
                    <a:cubicBezTo>
                      <a:pt x="192441" y="222971"/>
                      <a:pt x="211847" y="206934"/>
                      <a:pt x="227587" y="186453"/>
                    </a:cubicBezTo>
                    <a:cubicBezTo>
                      <a:pt x="234595" y="176050"/>
                      <a:pt x="242033" y="165755"/>
                      <a:pt x="248502" y="155027"/>
                    </a:cubicBezTo>
                    <a:cubicBezTo>
                      <a:pt x="275131" y="110706"/>
                      <a:pt x="288176" y="64651"/>
                      <a:pt x="290440" y="17512"/>
                    </a:cubicBezTo>
                    <a:cubicBezTo>
                      <a:pt x="291194" y="4833"/>
                      <a:pt x="281384" y="-2752"/>
                      <a:pt x="269201" y="932"/>
                    </a:cubicBezTo>
                    <a:close/>
                    <a:moveTo>
                      <a:pt x="199018" y="153401"/>
                    </a:moveTo>
                    <a:cubicBezTo>
                      <a:pt x="176917" y="153401"/>
                      <a:pt x="159128" y="135413"/>
                      <a:pt x="159128" y="113306"/>
                    </a:cubicBezTo>
                    <a:cubicBezTo>
                      <a:pt x="159128" y="91092"/>
                      <a:pt x="177025" y="73212"/>
                      <a:pt x="199018" y="73212"/>
                    </a:cubicBezTo>
                    <a:cubicBezTo>
                      <a:pt x="221118" y="73212"/>
                      <a:pt x="238907" y="91200"/>
                      <a:pt x="238907" y="113306"/>
                    </a:cubicBezTo>
                    <a:cubicBezTo>
                      <a:pt x="239015" y="135521"/>
                      <a:pt x="221118" y="153401"/>
                      <a:pt x="199018" y="153401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18D648-A9F3-A1B6-E9F2-ECC39242FB1D}"/>
              </a:ext>
            </a:extLst>
          </p:cNvPr>
          <p:cNvCxnSpPr/>
          <p:nvPr userDrawn="1"/>
        </p:nvCxnSpPr>
        <p:spPr>
          <a:xfrm flipV="1">
            <a:off x="11296561" y="240352"/>
            <a:ext cx="0" cy="39165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2772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366C-3E5E-E8C4-C1A1-81C8409E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42C36-E738-65E1-A985-5EDA2B6F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808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9E98-9D31-C4DC-5DA4-F1F3597D1DE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97400" y="365127"/>
            <a:ext cx="9127606" cy="419931"/>
          </a:xfrm>
        </p:spPr>
        <p:txBody>
          <a:bodyPr/>
          <a:lstStyle>
            <a:lvl1pPr marL="0" marR="0" indent="0" algn="l" defTabSz="91431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ABC265-96F1-105D-257E-69E03D1D1A03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66452-CFD2-3030-2C89-C4BEBAEFE2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0315" y="203954"/>
            <a:ext cx="1328277" cy="421645"/>
          </a:xfrm>
          <a:prstGeom prst="rect">
            <a:avLst/>
          </a:prstGeom>
        </p:spPr>
      </p:pic>
      <p:grpSp>
        <p:nvGrpSpPr>
          <p:cNvPr id="5" name="Graphic 11">
            <a:extLst>
              <a:ext uri="{FF2B5EF4-FFF2-40B4-BE49-F238E27FC236}">
                <a16:creationId xmlns:a16="http://schemas.microsoft.com/office/drawing/2014/main" id="{077018C6-4DF3-35FE-D96A-641ADD825D8D}"/>
              </a:ext>
            </a:extLst>
          </p:cNvPr>
          <p:cNvGrpSpPr/>
          <p:nvPr userDrawn="1"/>
        </p:nvGrpSpPr>
        <p:grpSpPr>
          <a:xfrm>
            <a:off x="11454707" y="219988"/>
            <a:ext cx="550212" cy="349100"/>
            <a:chOff x="10697835" y="1053553"/>
            <a:chExt cx="1328461" cy="842887"/>
          </a:xfrm>
        </p:grpSpPr>
        <p:grpSp>
          <p:nvGrpSpPr>
            <p:cNvPr id="6" name="Graphic 11">
              <a:extLst>
                <a:ext uri="{FF2B5EF4-FFF2-40B4-BE49-F238E27FC236}">
                  <a16:creationId xmlns:a16="http://schemas.microsoft.com/office/drawing/2014/main" id="{B6AD11B1-8DA3-CD56-E141-CC8197A41120}"/>
                </a:ext>
              </a:extLst>
            </p:cNvPr>
            <p:cNvGrpSpPr/>
            <p:nvPr/>
          </p:nvGrpSpPr>
          <p:grpSpPr>
            <a:xfrm>
              <a:off x="11359350" y="1544944"/>
              <a:ext cx="150824" cy="68486"/>
              <a:chOff x="11359350" y="1544944"/>
              <a:chExt cx="150824" cy="68486"/>
            </a:xfrm>
            <a:solidFill>
              <a:srgbClr val="FFFFFF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5C376F1-D44C-B48B-9461-2A9E97794C41}"/>
                  </a:ext>
                </a:extLst>
              </p:cNvPr>
              <p:cNvSpPr/>
              <p:nvPr/>
            </p:nvSpPr>
            <p:spPr>
              <a:xfrm>
                <a:off x="11359350" y="1544944"/>
                <a:ext cx="50670" cy="68269"/>
              </a:xfrm>
              <a:custGeom>
                <a:avLst/>
                <a:gdLst>
                  <a:gd name="connsiteX0" fmla="*/ 20807 w 50670"/>
                  <a:gd name="connsiteY0" fmla="*/ 7477 h 68269"/>
                  <a:gd name="connsiteX1" fmla="*/ 0 w 50670"/>
                  <a:gd name="connsiteY1" fmla="*/ 7477 h 68269"/>
                  <a:gd name="connsiteX2" fmla="*/ 0 w 50670"/>
                  <a:gd name="connsiteY2" fmla="*/ 0 h 68269"/>
                  <a:gd name="connsiteX3" fmla="*/ 50670 w 50670"/>
                  <a:gd name="connsiteY3" fmla="*/ 108 h 68269"/>
                  <a:gd name="connsiteX4" fmla="*/ 50670 w 50670"/>
                  <a:gd name="connsiteY4" fmla="*/ 7586 h 68269"/>
                  <a:gd name="connsiteX5" fmla="*/ 29755 w 50670"/>
                  <a:gd name="connsiteY5" fmla="*/ 7586 h 68269"/>
                  <a:gd name="connsiteX6" fmla="*/ 29863 w 50670"/>
                  <a:gd name="connsiteY6" fmla="*/ 68270 h 68269"/>
                  <a:gd name="connsiteX7" fmla="*/ 20915 w 50670"/>
                  <a:gd name="connsiteY7" fmla="*/ 68270 h 68269"/>
                  <a:gd name="connsiteX8" fmla="*/ 20807 w 50670"/>
                  <a:gd name="connsiteY8" fmla="*/ 7477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670" h="68269">
                    <a:moveTo>
                      <a:pt x="20807" y="7477"/>
                    </a:moveTo>
                    <a:lnTo>
                      <a:pt x="0" y="7477"/>
                    </a:lnTo>
                    <a:lnTo>
                      <a:pt x="0" y="0"/>
                    </a:lnTo>
                    <a:lnTo>
                      <a:pt x="50670" y="108"/>
                    </a:lnTo>
                    <a:lnTo>
                      <a:pt x="50670" y="7586"/>
                    </a:lnTo>
                    <a:lnTo>
                      <a:pt x="29755" y="7586"/>
                    </a:lnTo>
                    <a:lnTo>
                      <a:pt x="29863" y="68270"/>
                    </a:lnTo>
                    <a:lnTo>
                      <a:pt x="20915" y="68270"/>
                    </a:lnTo>
                    <a:lnTo>
                      <a:pt x="20807" y="7477"/>
                    </a:lnTo>
                    <a:close/>
                  </a:path>
                </a:pathLst>
              </a:custGeom>
              <a:solidFill>
                <a:schemeClr val="accent2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0DE6F77-D710-284B-BD2E-E26D46BA160F}"/>
                  </a:ext>
                </a:extLst>
              </p:cNvPr>
              <p:cNvSpPr/>
              <p:nvPr/>
            </p:nvSpPr>
            <p:spPr>
              <a:xfrm>
                <a:off x="11411529" y="1545052"/>
                <a:ext cx="50993" cy="68269"/>
              </a:xfrm>
              <a:custGeom>
                <a:avLst/>
                <a:gdLst>
                  <a:gd name="connsiteX0" fmla="*/ 8840 w 50993"/>
                  <a:gd name="connsiteY0" fmla="*/ 0 h 68269"/>
                  <a:gd name="connsiteX1" fmla="*/ 8840 w 50993"/>
                  <a:gd name="connsiteY1" fmla="*/ 28500 h 68269"/>
                  <a:gd name="connsiteX2" fmla="*/ 41938 w 50993"/>
                  <a:gd name="connsiteY2" fmla="*/ 28608 h 68269"/>
                  <a:gd name="connsiteX3" fmla="*/ 41938 w 50993"/>
                  <a:gd name="connsiteY3" fmla="*/ 108 h 68269"/>
                  <a:gd name="connsiteX4" fmla="*/ 50886 w 50993"/>
                  <a:gd name="connsiteY4" fmla="*/ 108 h 68269"/>
                  <a:gd name="connsiteX5" fmla="*/ 50994 w 50993"/>
                  <a:gd name="connsiteY5" fmla="*/ 68270 h 68269"/>
                  <a:gd name="connsiteX6" fmla="*/ 42045 w 50993"/>
                  <a:gd name="connsiteY6" fmla="*/ 68270 h 68269"/>
                  <a:gd name="connsiteX7" fmla="*/ 42045 w 50993"/>
                  <a:gd name="connsiteY7" fmla="*/ 36302 h 68269"/>
                  <a:gd name="connsiteX8" fmla="*/ 8948 w 50993"/>
                  <a:gd name="connsiteY8" fmla="*/ 36194 h 68269"/>
                  <a:gd name="connsiteX9" fmla="*/ 8948 w 50993"/>
                  <a:gd name="connsiteY9" fmla="*/ 68161 h 68269"/>
                  <a:gd name="connsiteX10" fmla="*/ 108 w 50993"/>
                  <a:gd name="connsiteY10" fmla="*/ 68161 h 68269"/>
                  <a:gd name="connsiteX11" fmla="*/ 0 w 50993"/>
                  <a:gd name="connsiteY11" fmla="*/ 0 h 68269"/>
                  <a:gd name="connsiteX12" fmla="*/ 8840 w 50993"/>
                  <a:gd name="connsiteY12" fmla="*/ 0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993" h="68269">
                    <a:moveTo>
                      <a:pt x="8840" y="0"/>
                    </a:moveTo>
                    <a:lnTo>
                      <a:pt x="8840" y="28500"/>
                    </a:lnTo>
                    <a:lnTo>
                      <a:pt x="41938" y="28608"/>
                    </a:lnTo>
                    <a:lnTo>
                      <a:pt x="41938" y="108"/>
                    </a:lnTo>
                    <a:lnTo>
                      <a:pt x="50886" y="108"/>
                    </a:lnTo>
                    <a:lnTo>
                      <a:pt x="50994" y="68270"/>
                    </a:lnTo>
                    <a:lnTo>
                      <a:pt x="42045" y="68270"/>
                    </a:lnTo>
                    <a:lnTo>
                      <a:pt x="42045" y="36302"/>
                    </a:lnTo>
                    <a:lnTo>
                      <a:pt x="8948" y="36194"/>
                    </a:lnTo>
                    <a:lnTo>
                      <a:pt x="8948" y="68161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884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DBD623EC-7E98-0DD6-4AFE-9CEB522F95D4}"/>
                  </a:ext>
                </a:extLst>
              </p:cNvPr>
              <p:cNvSpPr/>
              <p:nvPr/>
            </p:nvSpPr>
            <p:spPr>
              <a:xfrm>
                <a:off x="11471579" y="1545160"/>
                <a:ext cx="38595" cy="68269"/>
              </a:xfrm>
              <a:custGeom>
                <a:avLst/>
                <a:gdLst>
                  <a:gd name="connsiteX0" fmla="*/ 35577 w 38595"/>
                  <a:gd name="connsiteY0" fmla="*/ 36302 h 68269"/>
                  <a:gd name="connsiteX1" fmla="*/ 8948 w 38595"/>
                  <a:gd name="connsiteY1" fmla="*/ 36194 h 68269"/>
                  <a:gd name="connsiteX2" fmla="*/ 8948 w 38595"/>
                  <a:gd name="connsiteY2" fmla="*/ 60793 h 68269"/>
                  <a:gd name="connsiteX3" fmla="*/ 38596 w 38595"/>
                  <a:gd name="connsiteY3" fmla="*/ 60901 h 68269"/>
                  <a:gd name="connsiteX4" fmla="*/ 38596 w 38595"/>
                  <a:gd name="connsiteY4" fmla="*/ 68270 h 68269"/>
                  <a:gd name="connsiteX5" fmla="*/ 108 w 38595"/>
                  <a:gd name="connsiteY5" fmla="*/ 68161 h 68269"/>
                  <a:gd name="connsiteX6" fmla="*/ 0 w 38595"/>
                  <a:gd name="connsiteY6" fmla="*/ 0 h 68269"/>
                  <a:gd name="connsiteX7" fmla="*/ 36978 w 38595"/>
                  <a:gd name="connsiteY7" fmla="*/ 108 h 68269"/>
                  <a:gd name="connsiteX8" fmla="*/ 36978 w 38595"/>
                  <a:gd name="connsiteY8" fmla="*/ 7477 h 68269"/>
                  <a:gd name="connsiteX9" fmla="*/ 8840 w 38595"/>
                  <a:gd name="connsiteY9" fmla="*/ 7369 h 68269"/>
                  <a:gd name="connsiteX10" fmla="*/ 8840 w 38595"/>
                  <a:gd name="connsiteY10" fmla="*/ 28933 h 68269"/>
                  <a:gd name="connsiteX11" fmla="*/ 35469 w 38595"/>
                  <a:gd name="connsiteY11" fmla="*/ 29042 h 68269"/>
                  <a:gd name="connsiteX12" fmla="*/ 35469 w 38595"/>
                  <a:gd name="connsiteY12" fmla="*/ 36302 h 6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595" h="68269">
                    <a:moveTo>
                      <a:pt x="35577" y="36302"/>
                    </a:moveTo>
                    <a:lnTo>
                      <a:pt x="8948" y="36194"/>
                    </a:lnTo>
                    <a:lnTo>
                      <a:pt x="8948" y="60793"/>
                    </a:lnTo>
                    <a:lnTo>
                      <a:pt x="38596" y="60901"/>
                    </a:lnTo>
                    <a:lnTo>
                      <a:pt x="38596" y="68270"/>
                    </a:lnTo>
                    <a:lnTo>
                      <a:pt x="108" y="68161"/>
                    </a:lnTo>
                    <a:lnTo>
                      <a:pt x="0" y="0"/>
                    </a:lnTo>
                    <a:lnTo>
                      <a:pt x="36978" y="108"/>
                    </a:lnTo>
                    <a:lnTo>
                      <a:pt x="36978" y="7477"/>
                    </a:lnTo>
                    <a:lnTo>
                      <a:pt x="8840" y="7369"/>
                    </a:lnTo>
                    <a:lnTo>
                      <a:pt x="8840" y="28933"/>
                    </a:lnTo>
                    <a:lnTo>
                      <a:pt x="35469" y="29042"/>
                    </a:lnTo>
                    <a:lnTo>
                      <a:pt x="35469" y="36302"/>
                    </a:lnTo>
                    <a:close/>
                  </a:path>
                </a:pathLst>
              </a:custGeom>
              <a:solidFill>
                <a:schemeClr val="accent2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11">
              <a:extLst>
                <a:ext uri="{FF2B5EF4-FFF2-40B4-BE49-F238E27FC236}">
                  <a16:creationId xmlns:a16="http://schemas.microsoft.com/office/drawing/2014/main" id="{3A224E78-5024-0286-5CE0-C4011D780D4A}"/>
                </a:ext>
              </a:extLst>
            </p:cNvPr>
            <p:cNvGrpSpPr/>
            <p:nvPr/>
          </p:nvGrpSpPr>
          <p:grpSpPr>
            <a:xfrm>
              <a:off x="10725110" y="1240331"/>
              <a:ext cx="894489" cy="278388"/>
              <a:chOff x="10725110" y="1240331"/>
              <a:chExt cx="894489" cy="278388"/>
            </a:xfrm>
            <a:solidFill>
              <a:srgbClr val="DA1F26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02B3076-FB5E-D33E-9774-91C0E5C1EE57}"/>
                  </a:ext>
                </a:extLst>
              </p:cNvPr>
              <p:cNvSpPr/>
              <p:nvPr/>
            </p:nvSpPr>
            <p:spPr>
              <a:xfrm>
                <a:off x="10725110" y="1240331"/>
                <a:ext cx="428216" cy="275571"/>
              </a:xfrm>
              <a:custGeom>
                <a:avLst/>
                <a:gdLst>
                  <a:gd name="connsiteX0" fmla="*/ 307040 w 428216"/>
                  <a:gd name="connsiteY0" fmla="*/ 0 h 275571"/>
                  <a:gd name="connsiteX1" fmla="*/ 193732 w 428216"/>
                  <a:gd name="connsiteY1" fmla="*/ 261159 h 275571"/>
                  <a:gd name="connsiteX2" fmla="*/ 141661 w 428216"/>
                  <a:gd name="connsiteY2" fmla="*/ 179235 h 275571"/>
                  <a:gd name="connsiteX3" fmla="*/ 162791 w 428216"/>
                  <a:gd name="connsiteY3" fmla="*/ 161788 h 275571"/>
                  <a:gd name="connsiteX4" fmla="*/ 178639 w 428216"/>
                  <a:gd name="connsiteY4" fmla="*/ 132205 h 275571"/>
                  <a:gd name="connsiteX5" fmla="*/ 183598 w 428216"/>
                  <a:gd name="connsiteY5" fmla="*/ 99804 h 275571"/>
                  <a:gd name="connsiteX6" fmla="*/ 176914 w 428216"/>
                  <a:gd name="connsiteY6" fmla="*/ 62851 h 275571"/>
                  <a:gd name="connsiteX7" fmla="*/ 157077 w 428216"/>
                  <a:gd name="connsiteY7" fmla="*/ 34785 h 275571"/>
                  <a:gd name="connsiteX8" fmla="*/ 124735 w 428216"/>
                  <a:gd name="connsiteY8" fmla="*/ 16797 h 275571"/>
                  <a:gd name="connsiteX9" fmla="*/ 80641 w 428216"/>
                  <a:gd name="connsiteY9" fmla="*/ 10511 h 275571"/>
                  <a:gd name="connsiteX10" fmla="*/ 647 w 428216"/>
                  <a:gd name="connsiteY10" fmla="*/ 10511 h 275571"/>
                  <a:gd name="connsiteX11" fmla="*/ 0 w 428216"/>
                  <a:gd name="connsiteY11" fmla="*/ 275463 h 275571"/>
                  <a:gd name="connsiteX12" fmla="*/ 51964 w 428216"/>
                  <a:gd name="connsiteY12" fmla="*/ 275463 h 275571"/>
                  <a:gd name="connsiteX13" fmla="*/ 52179 w 428216"/>
                  <a:gd name="connsiteY13" fmla="*/ 191264 h 275571"/>
                  <a:gd name="connsiteX14" fmla="*/ 86786 w 428216"/>
                  <a:gd name="connsiteY14" fmla="*/ 191264 h 275571"/>
                  <a:gd name="connsiteX15" fmla="*/ 142308 w 428216"/>
                  <a:gd name="connsiteY15" fmla="*/ 275571 h 275571"/>
                  <a:gd name="connsiteX16" fmla="*/ 187480 w 428216"/>
                  <a:gd name="connsiteY16" fmla="*/ 275571 h 275571"/>
                  <a:gd name="connsiteX17" fmla="*/ 202896 w 428216"/>
                  <a:gd name="connsiteY17" fmla="*/ 275571 h 275571"/>
                  <a:gd name="connsiteX18" fmla="*/ 238689 w 428216"/>
                  <a:gd name="connsiteY18" fmla="*/ 275571 h 275571"/>
                  <a:gd name="connsiteX19" fmla="*/ 260251 w 428216"/>
                  <a:gd name="connsiteY19" fmla="*/ 223665 h 275571"/>
                  <a:gd name="connsiteX20" fmla="*/ 347791 w 428216"/>
                  <a:gd name="connsiteY20" fmla="*/ 223665 h 275571"/>
                  <a:gd name="connsiteX21" fmla="*/ 368059 w 428216"/>
                  <a:gd name="connsiteY21" fmla="*/ 275571 h 275571"/>
                  <a:gd name="connsiteX22" fmla="*/ 428217 w 428216"/>
                  <a:gd name="connsiteY22" fmla="*/ 275571 h 275571"/>
                  <a:gd name="connsiteX23" fmla="*/ 309843 w 428216"/>
                  <a:gd name="connsiteY23" fmla="*/ 0 h 275571"/>
                  <a:gd name="connsiteX24" fmla="*/ 307040 w 428216"/>
                  <a:gd name="connsiteY24" fmla="*/ 0 h 275571"/>
                  <a:gd name="connsiteX25" fmla="*/ 52395 w 428216"/>
                  <a:gd name="connsiteY25" fmla="*/ 60793 h 275571"/>
                  <a:gd name="connsiteX26" fmla="*/ 89697 w 428216"/>
                  <a:gd name="connsiteY26" fmla="*/ 60793 h 275571"/>
                  <a:gd name="connsiteX27" fmla="*/ 111367 w 428216"/>
                  <a:gd name="connsiteY27" fmla="*/ 65452 h 275571"/>
                  <a:gd name="connsiteX28" fmla="*/ 123333 w 428216"/>
                  <a:gd name="connsiteY28" fmla="*/ 76939 h 275571"/>
                  <a:gd name="connsiteX29" fmla="*/ 128508 w 428216"/>
                  <a:gd name="connsiteY29" fmla="*/ 90484 h 275571"/>
                  <a:gd name="connsiteX30" fmla="*/ 129694 w 428216"/>
                  <a:gd name="connsiteY30" fmla="*/ 101429 h 275571"/>
                  <a:gd name="connsiteX31" fmla="*/ 127646 w 428216"/>
                  <a:gd name="connsiteY31" fmla="*/ 113891 h 275571"/>
                  <a:gd name="connsiteX32" fmla="*/ 121177 w 428216"/>
                  <a:gd name="connsiteY32" fmla="*/ 126678 h 275571"/>
                  <a:gd name="connsiteX33" fmla="*/ 108779 w 428216"/>
                  <a:gd name="connsiteY33" fmla="*/ 136756 h 275571"/>
                  <a:gd name="connsiteX34" fmla="*/ 89050 w 428216"/>
                  <a:gd name="connsiteY34" fmla="*/ 140766 h 275571"/>
                  <a:gd name="connsiteX35" fmla="*/ 52179 w 428216"/>
                  <a:gd name="connsiteY35" fmla="*/ 140766 h 275571"/>
                  <a:gd name="connsiteX36" fmla="*/ 52395 w 428216"/>
                  <a:gd name="connsiteY36" fmla="*/ 60793 h 275571"/>
                  <a:gd name="connsiteX37" fmla="*/ 278578 w 428216"/>
                  <a:gd name="connsiteY37" fmla="*/ 179669 h 275571"/>
                  <a:gd name="connsiteX38" fmla="*/ 305530 w 428216"/>
                  <a:gd name="connsiteY38" fmla="*/ 115083 h 275571"/>
                  <a:gd name="connsiteX39" fmla="*/ 330758 w 428216"/>
                  <a:gd name="connsiteY39" fmla="*/ 179669 h 275571"/>
                  <a:gd name="connsiteX40" fmla="*/ 278578 w 428216"/>
                  <a:gd name="connsiteY40" fmla="*/ 179669 h 27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428216" h="275571">
                    <a:moveTo>
                      <a:pt x="307040" y="0"/>
                    </a:moveTo>
                    <a:lnTo>
                      <a:pt x="193732" y="261159"/>
                    </a:lnTo>
                    <a:lnTo>
                      <a:pt x="141661" y="179235"/>
                    </a:lnTo>
                    <a:cubicBezTo>
                      <a:pt x="150070" y="174467"/>
                      <a:pt x="157185" y="168615"/>
                      <a:pt x="162791" y="161788"/>
                    </a:cubicBezTo>
                    <a:cubicBezTo>
                      <a:pt x="170122" y="152902"/>
                      <a:pt x="175405" y="143041"/>
                      <a:pt x="178639" y="132205"/>
                    </a:cubicBezTo>
                    <a:cubicBezTo>
                      <a:pt x="181874" y="121368"/>
                      <a:pt x="183491" y="110640"/>
                      <a:pt x="183598" y="99804"/>
                    </a:cubicBezTo>
                    <a:cubicBezTo>
                      <a:pt x="183598" y="86150"/>
                      <a:pt x="181334" y="73796"/>
                      <a:pt x="176914" y="62851"/>
                    </a:cubicBezTo>
                    <a:cubicBezTo>
                      <a:pt x="172386" y="51907"/>
                      <a:pt x="165810" y="42587"/>
                      <a:pt x="157077" y="34785"/>
                    </a:cubicBezTo>
                    <a:cubicBezTo>
                      <a:pt x="148345" y="26983"/>
                      <a:pt x="137564" y="21023"/>
                      <a:pt x="124735" y="16797"/>
                    </a:cubicBezTo>
                    <a:cubicBezTo>
                      <a:pt x="111798" y="12570"/>
                      <a:pt x="97136" y="10511"/>
                      <a:pt x="80641" y="10511"/>
                    </a:cubicBezTo>
                    <a:lnTo>
                      <a:pt x="647" y="10511"/>
                    </a:lnTo>
                    <a:lnTo>
                      <a:pt x="0" y="275463"/>
                    </a:lnTo>
                    <a:lnTo>
                      <a:pt x="51964" y="275463"/>
                    </a:lnTo>
                    <a:lnTo>
                      <a:pt x="52179" y="191264"/>
                    </a:lnTo>
                    <a:lnTo>
                      <a:pt x="86786" y="191264"/>
                    </a:lnTo>
                    <a:lnTo>
                      <a:pt x="142308" y="275571"/>
                    </a:lnTo>
                    <a:lnTo>
                      <a:pt x="187480" y="275571"/>
                    </a:lnTo>
                    <a:lnTo>
                      <a:pt x="202896" y="275571"/>
                    </a:lnTo>
                    <a:lnTo>
                      <a:pt x="238689" y="275571"/>
                    </a:lnTo>
                    <a:lnTo>
                      <a:pt x="260251" y="223665"/>
                    </a:lnTo>
                    <a:lnTo>
                      <a:pt x="347791" y="223665"/>
                    </a:lnTo>
                    <a:lnTo>
                      <a:pt x="368059" y="275571"/>
                    </a:lnTo>
                    <a:lnTo>
                      <a:pt x="428217" y="275571"/>
                    </a:lnTo>
                    <a:lnTo>
                      <a:pt x="309843" y="0"/>
                    </a:lnTo>
                    <a:lnTo>
                      <a:pt x="307040" y="0"/>
                    </a:lnTo>
                    <a:close/>
                    <a:moveTo>
                      <a:pt x="52395" y="60793"/>
                    </a:moveTo>
                    <a:lnTo>
                      <a:pt x="89697" y="60793"/>
                    </a:lnTo>
                    <a:cubicBezTo>
                      <a:pt x="98753" y="60793"/>
                      <a:pt x="105976" y="62310"/>
                      <a:pt x="111367" y="65452"/>
                    </a:cubicBezTo>
                    <a:cubicBezTo>
                      <a:pt x="116757" y="68595"/>
                      <a:pt x="120746" y="72388"/>
                      <a:pt x="123333" y="76939"/>
                    </a:cubicBezTo>
                    <a:cubicBezTo>
                      <a:pt x="125921" y="81490"/>
                      <a:pt x="127646" y="86042"/>
                      <a:pt x="128508" y="90484"/>
                    </a:cubicBezTo>
                    <a:cubicBezTo>
                      <a:pt x="129371" y="94927"/>
                      <a:pt x="129802" y="98612"/>
                      <a:pt x="129694" y="101429"/>
                    </a:cubicBezTo>
                    <a:cubicBezTo>
                      <a:pt x="129694" y="105330"/>
                      <a:pt x="129047" y="109448"/>
                      <a:pt x="127646" y="113891"/>
                    </a:cubicBezTo>
                    <a:cubicBezTo>
                      <a:pt x="126352" y="118334"/>
                      <a:pt x="124196" y="122560"/>
                      <a:pt x="121177" y="126678"/>
                    </a:cubicBezTo>
                    <a:cubicBezTo>
                      <a:pt x="118158" y="130796"/>
                      <a:pt x="114062" y="134155"/>
                      <a:pt x="108779" y="136756"/>
                    </a:cubicBezTo>
                    <a:cubicBezTo>
                      <a:pt x="103497" y="139357"/>
                      <a:pt x="96920" y="140766"/>
                      <a:pt x="89050" y="140766"/>
                    </a:cubicBezTo>
                    <a:lnTo>
                      <a:pt x="52179" y="140766"/>
                    </a:lnTo>
                    <a:lnTo>
                      <a:pt x="52395" y="60793"/>
                    </a:lnTo>
                    <a:close/>
                    <a:moveTo>
                      <a:pt x="278578" y="179669"/>
                    </a:moveTo>
                    <a:lnTo>
                      <a:pt x="305530" y="115083"/>
                    </a:lnTo>
                    <a:lnTo>
                      <a:pt x="330758" y="179669"/>
                    </a:lnTo>
                    <a:lnTo>
                      <a:pt x="278578" y="179669"/>
                    </a:ln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6A6B5C3-702E-E269-271C-D19E4C2BB1C7}"/>
                  </a:ext>
                </a:extLst>
              </p:cNvPr>
              <p:cNvSpPr/>
              <p:nvPr/>
            </p:nvSpPr>
            <p:spPr>
              <a:xfrm>
                <a:off x="11163030" y="1250734"/>
                <a:ext cx="52502" cy="265059"/>
              </a:xfrm>
              <a:custGeom>
                <a:avLst/>
                <a:gdLst>
                  <a:gd name="connsiteX0" fmla="*/ 0 w 52502"/>
                  <a:gd name="connsiteY0" fmla="*/ 265060 h 265059"/>
                  <a:gd name="connsiteX1" fmla="*/ 51964 w 52502"/>
                  <a:gd name="connsiteY1" fmla="*/ 265060 h 265059"/>
                  <a:gd name="connsiteX2" fmla="*/ 52503 w 52502"/>
                  <a:gd name="connsiteY2" fmla="*/ 0 h 265059"/>
                  <a:gd name="connsiteX3" fmla="*/ 539 w 52502"/>
                  <a:gd name="connsiteY3" fmla="*/ 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02" h="265059">
                    <a:moveTo>
                      <a:pt x="0" y="265060"/>
                    </a:moveTo>
                    <a:lnTo>
                      <a:pt x="51964" y="265060"/>
                    </a:lnTo>
                    <a:lnTo>
                      <a:pt x="52503" y="0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362DF09-CCB0-3FDA-3FFB-B700E4A12B1A}"/>
                  </a:ext>
                </a:extLst>
              </p:cNvPr>
              <p:cNvSpPr/>
              <p:nvPr/>
            </p:nvSpPr>
            <p:spPr>
              <a:xfrm>
                <a:off x="11232135" y="1249325"/>
                <a:ext cx="183382" cy="269394"/>
              </a:xfrm>
              <a:custGeom>
                <a:avLst/>
                <a:gdLst>
                  <a:gd name="connsiteX0" fmla="*/ 77191 w 183382"/>
                  <a:gd name="connsiteY0" fmla="*/ 53315 h 269394"/>
                  <a:gd name="connsiteX1" fmla="*/ 103712 w 183382"/>
                  <a:gd name="connsiteY1" fmla="*/ 46488 h 269394"/>
                  <a:gd name="connsiteX2" fmla="*/ 132928 w 183382"/>
                  <a:gd name="connsiteY2" fmla="*/ 51907 h 269394"/>
                  <a:gd name="connsiteX3" fmla="*/ 163546 w 183382"/>
                  <a:gd name="connsiteY3" fmla="*/ 65561 h 269394"/>
                  <a:gd name="connsiteX4" fmla="*/ 183383 w 183382"/>
                  <a:gd name="connsiteY4" fmla="*/ 25574 h 269394"/>
                  <a:gd name="connsiteX5" fmla="*/ 147806 w 183382"/>
                  <a:gd name="connsiteY5" fmla="*/ 7586 h 269394"/>
                  <a:gd name="connsiteX6" fmla="*/ 96058 w 183382"/>
                  <a:gd name="connsiteY6" fmla="*/ 0 h 269394"/>
                  <a:gd name="connsiteX7" fmla="*/ 53042 w 183382"/>
                  <a:gd name="connsiteY7" fmla="*/ 10945 h 269394"/>
                  <a:gd name="connsiteX8" fmla="*/ 24149 w 183382"/>
                  <a:gd name="connsiteY8" fmla="*/ 37819 h 269394"/>
                  <a:gd name="connsiteX9" fmla="*/ 13907 w 183382"/>
                  <a:gd name="connsiteY9" fmla="*/ 77806 h 269394"/>
                  <a:gd name="connsiteX10" fmla="*/ 20807 w 183382"/>
                  <a:gd name="connsiteY10" fmla="*/ 109990 h 269394"/>
                  <a:gd name="connsiteX11" fmla="*/ 39027 w 183382"/>
                  <a:gd name="connsiteY11" fmla="*/ 131988 h 269394"/>
                  <a:gd name="connsiteX12" fmla="*/ 63176 w 183382"/>
                  <a:gd name="connsiteY12" fmla="*/ 146942 h 269394"/>
                  <a:gd name="connsiteX13" fmla="*/ 88188 w 183382"/>
                  <a:gd name="connsiteY13" fmla="*/ 157779 h 269394"/>
                  <a:gd name="connsiteX14" fmla="*/ 107378 w 183382"/>
                  <a:gd name="connsiteY14" fmla="*/ 167098 h 269394"/>
                  <a:gd name="connsiteX15" fmla="*/ 121285 w 183382"/>
                  <a:gd name="connsiteY15" fmla="*/ 179018 h 269394"/>
                  <a:gd name="connsiteX16" fmla="*/ 126460 w 183382"/>
                  <a:gd name="connsiteY16" fmla="*/ 193431 h 269394"/>
                  <a:gd name="connsiteX17" fmla="*/ 120207 w 183382"/>
                  <a:gd name="connsiteY17" fmla="*/ 211419 h 269394"/>
                  <a:gd name="connsiteX18" fmla="*/ 104467 w 183382"/>
                  <a:gd name="connsiteY18" fmla="*/ 220630 h 269394"/>
                  <a:gd name="connsiteX19" fmla="*/ 85600 w 183382"/>
                  <a:gd name="connsiteY19" fmla="*/ 223340 h 269394"/>
                  <a:gd name="connsiteX20" fmla="*/ 65224 w 183382"/>
                  <a:gd name="connsiteY20" fmla="*/ 220414 h 269394"/>
                  <a:gd name="connsiteX21" fmla="*/ 43231 w 183382"/>
                  <a:gd name="connsiteY21" fmla="*/ 212286 h 269394"/>
                  <a:gd name="connsiteX22" fmla="*/ 22963 w 183382"/>
                  <a:gd name="connsiteY22" fmla="*/ 200258 h 269394"/>
                  <a:gd name="connsiteX23" fmla="*/ 0 w 183382"/>
                  <a:gd name="connsiteY23" fmla="*/ 241003 h 269394"/>
                  <a:gd name="connsiteX24" fmla="*/ 29001 w 183382"/>
                  <a:gd name="connsiteY24" fmla="*/ 257041 h 269394"/>
                  <a:gd name="connsiteX25" fmla="*/ 59618 w 183382"/>
                  <a:gd name="connsiteY25" fmla="*/ 266360 h 269394"/>
                  <a:gd name="connsiteX26" fmla="*/ 90236 w 183382"/>
                  <a:gd name="connsiteY26" fmla="*/ 269394 h 269394"/>
                  <a:gd name="connsiteX27" fmla="*/ 139720 w 183382"/>
                  <a:gd name="connsiteY27" fmla="*/ 258775 h 269394"/>
                  <a:gd name="connsiteX28" fmla="*/ 170230 w 183382"/>
                  <a:gd name="connsiteY28" fmla="*/ 230817 h 269394"/>
                  <a:gd name="connsiteX29" fmla="*/ 180688 w 183382"/>
                  <a:gd name="connsiteY29" fmla="*/ 193323 h 269394"/>
                  <a:gd name="connsiteX30" fmla="*/ 175405 w 183382"/>
                  <a:gd name="connsiteY30" fmla="*/ 161030 h 269394"/>
                  <a:gd name="connsiteX31" fmla="*/ 161174 w 183382"/>
                  <a:gd name="connsiteY31" fmla="*/ 139032 h 269394"/>
                  <a:gd name="connsiteX32" fmla="*/ 140906 w 183382"/>
                  <a:gd name="connsiteY32" fmla="*/ 124294 h 269394"/>
                  <a:gd name="connsiteX33" fmla="*/ 118158 w 183382"/>
                  <a:gd name="connsiteY33" fmla="*/ 114000 h 269394"/>
                  <a:gd name="connsiteX34" fmla="*/ 94009 w 183382"/>
                  <a:gd name="connsiteY34" fmla="*/ 103597 h 269394"/>
                  <a:gd name="connsiteX35" fmla="*/ 75035 w 183382"/>
                  <a:gd name="connsiteY35" fmla="*/ 90484 h 269394"/>
                  <a:gd name="connsiteX36" fmla="*/ 67704 w 183382"/>
                  <a:gd name="connsiteY36" fmla="*/ 73688 h 269394"/>
                  <a:gd name="connsiteX37" fmla="*/ 77191 w 183382"/>
                  <a:gd name="connsiteY37" fmla="*/ 53315 h 26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83382" h="269394">
                    <a:moveTo>
                      <a:pt x="77191" y="53315"/>
                    </a:moveTo>
                    <a:cubicBezTo>
                      <a:pt x="83660" y="48764"/>
                      <a:pt x="92500" y="46488"/>
                      <a:pt x="103712" y="46488"/>
                    </a:cubicBezTo>
                    <a:cubicBezTo>
                      <a:pt x="112768" y="46488"/>
                      <a:pt x="122471" y="48331"/>
                      <a:pt x="132928" y="51907"/>
                    </a:cubicBezTo>
                    <a:cubicBezTo>
                      <a:pt x="143278" y="55483"/>
                      <a:pt x="153520" y="60034"/>
                      <a:pt x="163546" y="65561"/>
                    </a:cubicBezTo>
                    <a:lnTo>
                      <a:pt x="183383" y="25574"/>
                    </a:lnTo>
                    <a:cubicBezTo>
                      <a:pt x="172925" y="18639"/>
                      <a:pt x="161066" y="12570"/>
                      <a:pt x="147806" y="7586"/>
                    </a:cubicBezTo>
                    <a:cubicBezTo>
                      <a:pt x="134545" y="2492"/>
                      <a:pt x="117296" y="0"/>
                      <a:pt x="96058" y="0"/>
                    </a:cubicBezTo>
                    <a:cubicBezTo>
                      <a:pt x="79779" y="759"/>
                      <a:pt x="65440" y="4335"/>
                      <a:pt x="53042" y="10945"/>
                    </a:cubicBezTo>
                    <a:cubicBezTo>
                      <a:pt x="40644" y="17555"/>
                      <a:pt x="30941" y="26549"/>
                      <a:pt x="24149" y="37819"/>
                    </a:cubicBezTo>
                    <a:cubicBezTo>
                      <a:pt x="17357" y="49089"/>
                      <a:pt x="13907" y="62418"/>
                      <a:pt x="13907" y="77806"/>
                    </a:cubicBezTo>
                    <a:cubicBezTo>
                      <a:pt x="13907" y="90484"/>
                      <a:pt x="16171" y="101321"/>
                      <a:pt x="20807" y="109990"/>
                    </a:cubicBezTo>
                    <a:cubicBezTo>
                      <a:pt x="25443" y="118768"/>
                      <a:pt x="31480" y="126028"/>
                      <a:pt x="39027" y="131988"/>
                    </a:cubicBezTo>
                    <a:cubicBezTo>
                      <a:pt x="46573" y="137840"/>
                      <a:pt x="54551" y="142825"/>
                      <a:pt x="63176" y="146942"/>
                    </a:cubicBezTo>
                    <a:cubicBezTo>
                      <a:pt x="71801" y="151060"/>
                      <a:pt x="80102" y="154636"/>
                      <a:pt x="88188" y="157779"/>
                    </a:cubicBezTo>
                    <a:cubicBezTo>
                      <a:pt x="95087" y="160380"/>
                      <a:pt x="101448" y="163522"/>
                      <a:pt x="107378" y="167098"/>
                    </a:cubicBezTo>
                    <a:cubicBezTo>
                      <a:pt x="113199" y="170674"/>
                      <a:pt x="117835" y="174684"/>
                      <a:pt x="121285" y="179018"/>
                    </a:cubicBezTo>
                    <a:cubicBezTo>
                      <a:pt x="124735" y="183353"/>
                      <a:pt x="126460" y="188121"/>
                      <a:pt x="126460" y="193431"/>
                    </a:cubicBezTo>
                    <a:cubicBezTo>
                      <a:pt x="126460" y="201125"/>
                      <a:pt x="124304" y="207085"/>
                      <a:pt x="120207" y="211419"/>
                    </a:cubicBezTo>
                    <a:cubicBezTo>
                      <a:pt x="116002" y="215754"/>
                      <a:pt x="110720" y="218788"/>
                      <a:pt x="104467" y="220630"/>
                    </a:cubicBezTo>
                    <a:cubicBezTo>
                      <a:pt x="98106" y="222473"/>
                      <a:pt x="91853" y="223340"/>
                      <a:pt x="85600" y="223340"/>
                    </a:cubicBezTo>
                    <a:cubicBezTo>
                      <a:pt x="79347" y="223340"/>
                      <a:pt x="72555" y="222364"/>
                      <a:pt x="65224" y="220414"/>
                    </a:cubicBezTo>
                    <a:cubicBezTo>
                      <a:pt x="57786" y="218463"/>
                      <a:pt x="50455" y="215754"/>
                      <a:pt x="43231" y="212286"/>
                    </a:cubicBezTo>
                    <a:cubicBezTo>
                      <a:pt x="36008" y="208819"/>
                      <a:pt x="29216" y="204809"/>
                      <a:pt x="22963" y="200258"/>
                    </a:cubicBezTo>
                    <a:lnTo>
                      <a:pt x="0" y="241003"/>
                    </a:lnTo>
                    <a:cubicBezTo>
                      <a:pt x="9272" y="247505"/>
                      <a:pt x="18974" y="252815"/>
                      <a:pt x="29001" y="257041"/>
                    </a:cubicBezTo>
                    <a:cubicBezTo>
                      <a:pt x="39027" y="261267"/>
                      <a:pt x="49269" y="264410"/>
                      <a:pt x="59618" y="266360"/>
                    </a:cubicBezTo>
                    <a:cubicBezTo>
                      <a:pt x="69968" y="268419"/>
                      <a:pt x="80210" y="269394"/>
                      <a:pt x="90236" y="269394"/>
                    </a:cubicBezTo>
                    <a:cubicBezTo>
                      <a:pt x="109857" y="269394"/>
                      <a:pt x="126352" y="265818"/>
                      <a:pt x="139720" y="258775"/>
                    </a:cubicBezTo>
                    <a:cubicBezTo>
                      <a:pt x="153089" y="251731"/>
                      <a:pt x="163223" y="242412"/>
                      <a:pt x="170230" y="230817"/>
                    </a:cubicBezTo>
                    <a:cubicBezTo>
                      <a:pt x="177238" y="219222"/>
                      <a:pt x="180688" y="206760"/>
                      <a:pt x="180688" y="193323"/>
                    </a:cubicBezTo>
                    <a:cubicBezTo>
                      <a:pt x="180688" y="180644"/>
                      <a:pt x="178963" y="169807"/>
                      <a:pt x="175405" y="161030"/>
                    </a:cubicBezTo>
                    <a:cubicBezTo>
                      <a:pt x="171847" y="152252"/>
                      <a:pt x="167104" y="144992"/>
                      <a:pt x="161174" y="139032"/>
                    </a:cubicBezTo>
                    <a:cubicBezTo>
                      <a:pt x="155245" y="133180"/>
                      <a:pt x="148453" y="128195"/>
                      <a:pt x="140906" y="124294"/>
                    </a:cubicBezTo>
                    <a:cubicBezTo>
                      <a:pt x="133360" y="120285"/>
                      <a:pt x="125813" y="116925"/>
                      <a:pt x="118158" y="114000"/>
                    </a:cubicBezTo>
                    <a:cubicBezTo>
                      <a:pt x="109749" y="110857"/>
                      <a:pt x="101772" y="107389"/>
                      <a:pt x="94009" y="103597"/>
                    </a:cubicBezTo>
                    <a:cubicBezTo>
                      <a:pt x="86247" y="99804"/>
                      <a:pt x="79886" y="95361"/>
                      <a:pt x="75035" y="90484"/>
                    </a:cubicBezTo>
                    <a:cubicBezTo>
                      <a:pt x="70184" y="85608"/>
                      <a:pt x="67704" y="79973"/>
                      <a:pt x="67704" y="73688"/>
                    </a:cubicBezTo>
                    <a:cubicBezTo>
                      <a:pt x="67488" y="64694"/>
                      <a:pt x="70723" y="57867"/>
                      <a:pt x="77191" y="53315"/>
                    </a:cubicBez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B054A90-0BD9-45A1-AA45-7DF503C7D3B4}"/>
                  </a:ext>
                </a:extLst>
              </p:cNvPr>
              <p:cNvSpPr/>
              <p:nvPr/>
            </p:nvSpPr>
            <p:spPr>
              <a:xfrm>
                <a:off x="11434600" y="1250734"/>
                <a:ext cx="184999" cy="265059"/>
              </a:xfrm>
              <a:custGeom>
                <a:avLst/>
                <a:gdLst>
                  <a:gd name="connsiteX0" fmla="*/ 52072 w 184999"/>
                  <a:gd name="connsiteY0" fmla="*/ 214670 h 265059"/>
                  <a:gd name="connsiteX1" fmla="*/ 52179 w 184999"/>
                  <a:gd name="connsiteY1" fmla="*/ 157454 h 265059"/>
                  <a:gd name="connsiteX2" fmla="*/ 165487 w 184999"/>
                  <a:gd name="connsiteY2" fmla="*/ 157454 h 265059"/>
                  <a:gd name="connsiteX3" fmla="*/ 165594 w 184999"/>
                  <a:gd name="connsiteY3" fmla="*/ 106956 h 265059"/>
                  <a:gd name="connsiteX4" fmla="*/ 52287 w 184999"/>
                  <a:gd name="connsiteY4" fmla="*/ 106956 h 265059"/>
                  <a:gd name="connsiteX5" fmla="*/ 52395 w 184999"/>
                  <a:gd name="connsiteY5" fmla="*/ 50390 h 265059"/>
                  <a:gd name="connsiteX6" fmla="*/ 180364 w 184999"/>
                  <a:gd name="connsiteY6" fmla="*/ 50390 h 265059"/>
                  <a:gd name="connsiteX7" fmla="*/ 180472 w 184999"/>
                  <a:gd name="connsiteY7" fmla="*/ 0 h 265059"/>
                  <a:gd name="connsiteX8" fmla="*/ 539 w 184999"/>
                  <a:gd name="connsiteY8" fmla="*/ 0 h 265059"/>
                  <a:gd name="connsiteX9" fmla="*/ 0 w 184999"/>
                  <a:gd name="connsiteY9" fmla="*/ 265060 h 265059"/>
                  <a:gd name="connsiteX10" fmla="*/ 184892 w 184999"/>
                  <a:gd name="connsiteY10" fmla="*/ 265060 h 265059"/>
                  <a:gd name="connsiteX11" fmla="*/ 185000 w 184999"/>
                  <a:gd name="connsiteY11" fmla="*/ 214670 h 26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4999" h="265059">
                    <a:moveTo>
                      <a:pt x="52072" y="214670"/>
                    </a:moveTo>
                    <a:lnTo>
                      <a:pt x="52179" y="157454"/>
                    </a:lnTo>
                    <a:lnTo>
                      <a:pt x="165487" y="157454"/>
                    </a:lnTo>
                    <a:lnTo>
                      <a:pt x="165594" y="106956"/>
                    </a:lnTo>
                    <a:lnTo>
                      <a:pt x="52287" y="106956"/>
                    </a:lnTo>
                    <a:lnTo>
                      <a:pt x="52395" y="50390"/>
                    </a:lnTo>
                    <a:lnTo>
                      <a:pt x="180364" y="50390"/>
                    </a:lnTo>
                    <a:lnTo>
                      <a:pt x="180472" y="0"/>
                    </a:lnTo>
                    <a:lnTo>
                      <a:pt x="539" y="0"/>
                    </a:lnTo>
                    <a:lnTo>
                      <a:pt x="0" y="265060"/>
                    </a:lnTo>
                    <a:lnTo>
                      <a:pt x="184892" y="265060"/>
                    </a:lnTo>
                    <a:lnTo>
                      <a:pt x="185000" y="214670"/>
                    </a:lnTo>
                    <a:close/>
                  </a:path>
                </a:pathLst>
              </a:custGeom>
              <a:solidFill>
                <a:srgbClr val="DA1F26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11">
              <a:extLst>
                <a:ext uri="{FF2B5EF4-FFF2-40B4-BE49-F238E27FC236}">
                  <a16:creationId xmlns:a16="http://schemas.microsoft.com/office/drawing/2014/main" id="{640E776D-2289-BD53-261C-6A31C567F7F8}"/>
                </a:ext>
              </a:extLst>
            </p:cNvPr>
            <p:cNvGrpSpPr/>
            <p:nvPr/>
          </p:nvGrpSpPr>
          <p:grpSpPr>
            <a:xfrm>
              <a:off x="10697835" y="1541801"/>
              <a:ext cx="1210693" cy="353268"/>
              <a:chOff x="10697835" y="1541801"/>
              <a:chExt cx="1210693" cy="353268"/>
            </a:xfrm>
            <a:solidFill>
              <a:srgbClr val="FFFFFF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978FF74-EA9C-E240-6583-15988DB22518}"/>
                  </a:ext>
                </a:extLst>
              </p:cNvPr>
              <p:cNvSpPr/>
              <p:nvPr/>
            </p:nvSpPr>
            <p:spPr>
              <a:xfrm>
                <a:off x="10697835" y="1551771"/>
                <a:ext cx="291407" cy="343299"/>
              </a:xfrm>
              <a:custGeom>
                <a:avLst/>
                <a:gdLst>
                  <a:gd name="connsiteX0" fmla="*/ 291407 w 291407"/>
                  <a:gd name="connsiteY0" fmla="*/ 163956 h 343299"/>
                  <a:gd name="connsiteX1" fmla="*/ 166996 w 291407"/>
                  <a:gd name="connsiteY1" fmla="*/ 163956 h 343299"/>
                  <a:gd name="connsiteX2" fmla="*/ 166888 w 291407"/>
                  <a:gd name="connsiteY2" fmla="*/ 227891 h 343299"/>
                  <a:gd name="connsiteX3" fmla="*/ 224566 w 291407"/>
                  <a:gd name="connsiteY3" fmla="*/ 227891 h 343299"/>
                  <a:gd name="connsiteX4" fmla="*/ 224458 w 291407"/>
                  <a:gd name="connsiteY4" fmla="*/ 268528 h 343299"/>
                  <a:gd name="connsiteX5" fmla="*/ 204513 w 291407"/>
                  <a:gd name="connsiteY5" fmla="*/ 275138 h 343299"/>
                  <a:gd name="connsiteX6" fmla="*/ 178639 w 291407"/>
                  <a:gd name="connsiteY6" fmla="*/ 277197 h 343299"/>
                  <a:gd name="connsiteX7" fmla="*/ 133899 w 291407"/>
                  <a:gd name="connsiteY7" fmla="*/ 270370 h 343299"/>
                  <a:gd name="connsiteX8" fmla="*/ 98969 w 291407"/>
                  <a:gd name="connsiteY8" fmla="*/ 250322 h 343299"/>
                  <a:gd name="connsiteX9" fmla="*/ 76113 w 291407"/>
                  <a:gd name="connsiteY9" fmla="*/ 218138 h 343299"/>
                  <a:gd name="connsiteX10" fmla="*/ 68027 w 291407"/>
                  <a:gd name="connsiteY10" fmla="*/ 175442 h 343299"/>
                  <a:gd name="connsiteX11" fmla="*/ 75358 w 291407"/>
                  <a:gd name="connsiteY11" fmla="*/ 128195 h 343299"/>
                  <a:gd name="connsiteX12" fmla="*/ 97028 w 291407"/>
                  <a:gd name="connsiteY12" fmla="*/ 94169 h 343299"/>
                  <a:gd name="connsiteX13" fmla="*/ 132281 w 291407"/>
                  <a:gd name="connsiteY13" fmla="*/ 73580 h 343299"/>
                  <a:gd name="connsiteX14" fmla="*/ 180472 w 291407"/>
                  <a:gd name="connsiteY14" fmla="*/ 66753 h 343299"/>
                  <a:gd name="connsiteX15" fmla="*/ 205484 w 291407"/>
                  <a:gd name="connsiteY15" fmla="*/ 69678 h 343299"/>
                  <a:gd name="connsiteX16" fmla="*/ 233191 w 291407"/>
                  <a:gd name="connsiteY16" fmla="*/ 77156 h 343299"/>
                  <a:gd name="connsiteX17" fmla="*/ 254968 w 291407"/>
                  <a:gd name="connsiteY17" fmla="*/ 86258 h 343299"/>
                  <a:gd name="connsiteX18" fmla="*/ 276422 w 291407"/>
                  <a:gd name="connsiteY18" fmla="*/ 24599 h 343299"/>
                  <a:gd name="connsiteX19" fmla="*/ 231034 w 291407"/>
                  <a:gd name="connsiteY19" fmla="*/ 7044 h 343299"/>
                  <a:gd name="connsiteX20" fmla="*/ 172063 w 291407"/>
                  <a:gd name="connsiteY20" fmla="*/ 0 h 343299"/>
                  <a:gd name="connsiteX21" fmla="*/ 106839 w 291407"/>
                  <a:gd name="connsiteY21" fmla="*/ 10945 h 343299"/>
                  <a:gd name="connsiteX22" fmla="*/ 51856 w 291407"/>
                  <a:gd name="connsiteY22" fmla="*/ 44538 h 343299"/>
                  <a:gd name="connsiteX23" fmla="*/ 14015 w 291407"/>
                  <a:gd name="connsiteY23" fmla="*/ 101104 h 343299"/>
                  <a:gd name="connsiteX24" fmla="*/ 0 w 291407"/>
                  <a:gd name="connsiteY24" fmla="*/ 181186 h 343299"/>
                  <a:gd name="connsiteX25" fmla="*/ 12182 w 291407"/>
                  <a:gd name="connsiteY25" fmla="*/ 245988 h 343299"/>
                  <a:gd name="connsiteX26" fmla="*/ 47436 w 291407"/>
                  <a:gd name="connsiteY26" fmla="*/ 297353 h 343299"/>
                  <a:gd name="connsiteX27" fmla="*/ 103173 w 291407"/>
                  <a:gd name="connsiteY27" fmla="*/ 331162 h 343299"/>
                  <a:gd name="connsiteX28" fmla="*/ 176699 w 291407"/>
                  <a:gd name="connsiteY28" fmla="*/ 343299 h 343299"/>
                  <a:gd name="connsiteX29" fmla="*/ 209365 w 291407"/>
                  <a:gd name="connsiteY29" fmla="*/ 339831 h 343299"/>
                  <a:gd name="connsiteX30" fmla="*/ 243217 w 291407"/>
                  <a:gd name="connsiteY30" fmla="*/ 330946 h 343299"/>
                  <a:gd name="connsiteX31" fmla="*/ 272541 w 291407"/>
                  <a:gd name="connsiteY31" fmla="*/ 318809 h 343299"/>
                  <a:gd name="connsiteX32" fmla="*/ 291192 w 291407"/>
                  <a:gd name="connsiteY32" fmla="*/ 305805 h 343299"/>
                  <a:gd name="connsiteX33" fmla="*/ 291407 w 291407"/>
                  <a:gd name="connsiteY33" fmla="*/ 163956 h 34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1407" h="343299">
                    <a:moveTo>
                      <a:pt x="291407" y="163956"/>
                    </a:moveTo>
                    <a:lnTo>
                      <a:pt x="166996" y="163956"/>
                    </a:lnTo>
                    <a:lnTo>
                      <a:pt x="166888" y="227891"/>
                    </a:lnTo>
                    <a:lnTo>
                      <a:pt x="224566" y="227891"/>
                    </a:lnTo>
                    <a:lnTo>
                      <a:pt x="224458" y="268528"/>
                    </a:lnTo>
                    <a:cubicBezTo>
                      <a:pt x="218960" y="271562"/>
                      <a:pt x="212383" y="273729"/>
                      <a:pt x="204513" y="275138"/>
                    </a:cubicBezTo>
                    <a:cubicBezTo>
                      <a:pt x="196643" y="276547"/>
                      <a:pt x="188019" y="277197"/>
                      <a:pt x="178639" y="277197"/>
                    </a:cubicBezTo>
                    <a:cubicBezTo>
                      <a:pt x="162252" y="277197"/>
                      <a:pt x="147375" y="274921"/>
                      <a:pt x="133899" y="270370"/>
                    </a:cubicBezTo>
                    <a:cubicBezTo>
                      <a:pt x="120422" y="265818"/>
                      <a:pt x="108779" y="259100"/>
                      <a:pt x="98969" y="250322"/>
                    </a:cubicBezTo>
                    <a:cubicBezTo>
                      <a:pt x="89158" y="241545"/>
                      <a:pt x="81503" y="230817"/>
                      <a:pt x="76113" y="218138"/>
                    </a:cubicBezTo>
                    <a:cubicBezTo>
                      <a:pt x="70723" y="205568"/>
                      <a:pt x="68027" y="191264"/>
                      <a:pt x="68027" y="175442"/>
                    </a:cubicBezTo>
                    <a:cubicBezTo>
                      <a:pt x="68027" y="157454"/>
                      <a:pt x="70507" y="141741"/>
                      <a:pt x="75358" y="128195"/>
                    </a:cubicBezTo>
                    <a:cubicBezTo>
                      <a:pt x="80210" y="114650"/>
                      <a:pt x="87433" y="103271"/>
                      <a:pt x="97028" y="94169"/>
                    </a:cubicBezTo>
                    <a:cubicBezTo>
                      <a:pt x="106623" y="85066"/>
                      <a:pt x="118374" y="78239"/>
                      <a:pt x="132281" y="73580"/>
                    </a:cubicBezTo>
                    <a:cubicBezTo>
                      <a:pt x="146189" y="69028"/>
                      <a:pt x="162252" y="66753"/>
                      <a:pt x="180472" y="66753"/>
                    </a:cubicBezTo>
                    <a:cubicBezTo>
                      <a:pt x="187695" y="66753"/>
                      <a:pt x="196104" y="67728"/>
                      <a:pt x="205484" y="69678"/>
                    </a:cubicBezTo>
                    <a:cubicBezTo>
                      <a:pt x="214863" y="71629"/>
                      <a:pt x="224135" y="74121"/>
                      <a:pt x="233191" y="77156"/>
                    </a:cubicBezTo>
                    <a:cubicBezTo>
                      <a:pt x="242246" y="80190"/>
                      <a:pt x="249577" y="83224"/>
                      <a:pt x="254968" y="86258"/>
                    </a:cubicBezTo>
                    <a:lnTo>
                      <a:pt x="276422" y="24599"/>
                    </a:lnTo>
                    <a:cubicBezTo>
                      <a:pt x="264024" y="17555"/>
                      <a:pt x="248931" y="11703"/>
                      <a:pt x="231034" y="7044"/>
                    </a:cubicBezTo>
                    <a:cubicBezTo>
                      <a:pt x="213138" y="2384"/>
                      <a:pt x="193517" y="0"/>
                      <a:pt x="172063" y="0"/>
                    </a:cubicBezTo>
                    <a:cubicBezTo>
                      <a:pt x="149315" y="0"/>
                      <a:pt x="127646" y="3684"/>
                      <a:pt x="106839" y="10945"/>
                    </a:cubicBezTo>
                    <a:cubicBezTo>
                      <a:pt x="86139" y="18205"/>
                      <a:pt x="67704" y="29475"/>
                      <a:pt x="51856" y="44538"/>
                    </a:cubicBezTo>
                    <a:cubicBezTo>
                      <a:pt x="35900" y="59601"/>
                      <a:pt x="23287" y="78456"/>
                      <a:pt x="14015" y="101104"/>
                    </a:cubicBezTo>
                    <a:cubicBezTo>
                      <a:pt x="4744" y="123752"/>
                      <a:pt x="108" y="150518"/>
                      <a:pt x="0" y="181186"/>
                    </a:cubicBezTo>
                    <a:cubicBezTo>
                      <a:pt x="0" y="204592"/>
                      <a:pt x="3989" y="226265"/>
                      <a:pt x="12182" y="245988"/>
                    </a:cubicBezTo>
                    <a:cubicBezTo>
                      <a:pt x="20268" y="265818"/>
                      <a:pt x="32127" y="282940"/>
                      <a:pt x="47436" y="297353"/>
                    </a:cubicBezTo>
                    <a:cubicBezTo>
                      <a:pt x="62853" y="311765"/>
                      <a:pt x="81396" y="323035"/>
                      <a:pt x="103173" y="331162"/>
                    </a:cubicBezTo>
                    <a:cubicBezTo>
                      <a:pt x="124950" y="339181"/>
                      <a:pt x="149423" y="343299"/>
                      <a:pt x="176699" y="343299"/>
                    </a:cubicBezTo>
                    <a:cubicBezTo>
                      <a:pt x="186941" y="343299"/>
                      <a:pt x="197937" y="342107"/>
                      <a:pt x="209365" y="339831"/>
                    </a:cubicBezTo>
                    <a:cubicBezTo>
                      <a:pt x="220900" y="337556"/>
                      <a:pt x="232112" y="334630"/>
                      <a:pt x="243217" y="330946"/>
                    </a:cubicBezTo>
                    <a:cubicBezTo>
                      <a:pt x="254321" y="327261"/>
                      <a:pt x="264024" y="323252"/>
                      <a:pt x="272541" y="318809"/>
                    </a:cubicBezTo>
                    <a:cubicBezTo>
                      <a:pt x="281058" y="314366"/>
                      <a:pt x="287203" y="310031"/>
                      <a:pt x="291192" y="305805"/>
                    </a:cubicBezTo>
                    <a:lnTo>
                      <a:pt x="291407" y="163956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B2E2E57-F236-4BEE-6F31-A2417317FEA4}"/>
                  </a:ext>
                </a:extLst>
              </p:cNvPr>
              <p:cNvSpPr/>
              <p:nvPr/>
            </p:nvSpPr>
            <p:spPr>
              <a:xfrm>
                <a:off x="10980725" y="1542343"/>
                <a:ext cx="305206" cy="349150"/>
              </a:xfrm>
              <a:custGeom>
                <a:avLst/>
                <a:gdLst>
                  <a:gd name="connsiteX0" fmla="*/ 151471 w 305206"/>
                  <a:gd name="connsiteY0" fmla="*/ 0 h 349150"/>
                  <a:gd name="connsiteX1" fmla="*/ 0 w 305206"/>
                  <a:gd name="connsiteY1" fmla="*/ 349151 h 349150"/>
                  <a:gd name="connsiteX2" fmla="*/ 64901 w 305206"/>
                  <a:gd name="connsiteY2" fmla="*/ 349151 h 349150"/>
                  <a:gd name="connsiteX3" fmla="*/ 92284 w 305206"/>
                  <a:gd name="connsiteY3" fmla="*/ 283374 h 349150"/>
                  <a:gd name="connsiteX4" fmla="*/ 203220 w 305206"/>
                  <a:gd name="connsiteY4" fmla="*/ 283374 h 349150"/>
                  <a:gd name="connsiteX5" fmla="*/ 228878 w 305206"/>
                  <a:gd name="connsiteY5" fmla="*/ 349151 h 349150"/>
                  <a:gd name="connsiteX6" fmla="*/ 305207 w 305206"/>
                  <a:gd name="connsiteY6" fmla="*/ 349151 h 349150"/>
                  <a:gd name="connsiteX7" fmla="*/ 155137 w 305206"/>
                  <a:gd name="connsiteY7" fmla="*/ 0 h 349150"/>
                  <a:gd name="connsiteX8" fmla="*/ 151471 w 305206"/>
                  <a:gd name="connsiteY8" fmla="*/ 0 h 349150"/>
                  <a:gd name="connsiteX9" fmla="*/ 115463 w 305206"/>
                  <a:gd name="connsiteY9" fmla="*/ 227674 h 349150"/>
                  <a:gd name="connsiteX10" fmla="*/ 149531 w 305206"/>
                  <a:gd name="connsiteY10" fmla="*/ 145750 h 349150"/>
                  <a:gd name="connsiteX11" fmla="*/ 181442 w 305206"/>
                  <a:gd name="connsiteY11" fmla="*/ 227674 h 349150"/>
                  <a:gd name="connsiteX12" fmla="*/ 115463 w 305206"/>
                  <a:gd name="connsiteY12" fmla="*/ 227674 h 34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206" h="349150">
                    <a:moveTo>
                      <a:pt x="151471" y="0"/>
                    </a:moveTo>
                    <a:lnTo>
                      <a:pt x="0" y="349151"/>
                    </a:lnTo>
                    <a:lnTo>
                      <a:pt x="64901" y="349151"/>
                    </a:lnTo>
                    <a:lnTo>
                      <a:pt x="92284" y="283374"/>
                    </a:lnTo>
                    <a:lnTo>
                      <a:pt x="203220" y="283374"/>
                    </a:lnTo>
                    <a:lnTo>
                      <a:pt x="228878" y="349151"/>
                    </a:lnTo>
                    <a:lnTo>
                      <a:pt x="305207" y="349151"/>
                    </a:lnTo>
                    <a:lnTo>
                      <a:pt x="155137" y="0"/>
                    </a:lnTo>
                    <a:lnTo>
                      <a:pt x="151471" y="0"/>
                    </a:lnTo>
                    <a:close/>
                    <a:moveTo>
                      <a:pt x="115463" y="227674"/>
                    </a:moveTo>
                    <a:lnTo>
                      <a:pt x="149531" y="145750"/>
                    </a:lnTo>
                    <a:lnTo>
                      <a:pt x="181442" y="227674"/>
                    </a:lnTo>
                    <a:lnTo>
                      <a:pt x="115463" y="227674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06C1A87-763A-A4F9-9C30-40CF6568D7BF}"/>
                  </a:ext>
                </a:extLst>
              </p:cNvPr>
              <p:cNvSpPr/>
              <p:nvPr/>
            </p:nvSpPr>
            <p:spPr>
              <a:xfrm>
                <a:off x="11289058" y="1541801"/>
                <a:ext cx="344880" cy="349692"/>
              </a:xfrm>
              <a:custGeom>
                <a:avLst/>
                <a:gdLst>
                  <a:gd name="connsiteX0" fmla="*/ 170230 w 344880"/>
                  <a:gd name="connsiteY0" fmla="*/ 241653 h 349692"/>
                  <a:gd name="connsiteX1" fmla="*/ 1186 w 344880"/>
                  <a:gd name="connsiteY1" fmla="*/ 0 h 349692"/>
                  <a:gd name="connsiteX2" fmla="*/ 755 w 344880"/>
                  <a:gd name="connsiteY2" fmla="*/ 0 h 349692"/>
                  <a:gd name="connsiteX3" fmla="*/ 0 w 344880"/>
                  <a:gd name="connsiteY3" fmla="*/ 349693 h 349692"/>
                  <a:gd name="connsiteX4" fmla="*/ 63607 w 344880"/>
                  <a:gd name="connsiteY4" fmla="*/ 349693 h 349692"/>
                  <a:gd name="connsiteX5" fmla="*/ 63931 w 344880"/>
                  <a:gd name="connsiteY5" fmla="*/ 199283 h 349692"/>
                  <a:gd name="connsiteX6" fmla="*/ 168505 w 344880"/>
                  <a:gd name="connsiteY6" fmla="*/ 345141 h 349692"/>
                  <a:gd name="connsiteX7" fmla="*/ 169368 w 344880"/>
                  <a:gd name="connsiteY7" fmla="*/ 345141 h 349692"/>
                  <a:gd name="connsiteX8" fmla="*/ 278686 w 344880"/>
                  <a:gd name="connsiteY8" fmla="*/ 189421 h 349692"/>
                  <a:gd name="connsiteX9" fmla="*/ 278362 w 344880"/>
                  <a:gd name="connsiteY9" fmla="*/ 349693 h 349692"/>
                  <a:gd name="connsiteX10" fmla="*/ 344234 w 344880"/>
                  <a:gd name="connsiteY10" fmla="*/ 349693 h 349692"/>
                  <a:gd name="connsiteX11" fmla="*/ 344881 w 344880"/>
                  <a:gd name="connsiteY11" fmla="*/ 0 h 349692"/>
                  <a:gd name="connsiteX12" fmla="*/ 344018 w 344880"/>
                  <a:gd name="connsiteY12" fmla="*/ 0 h 34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4880" h="349692">
                    <a:moveTo>
                      <a:pt x="170230" y="241653"/>
                    </a:moveTo>
                    <a:lnTo>
                      <a:pt x="1186" y="0"/>
                    </a:lnTo>
                    <a:lnTo>
                      <a:pt x="755" y="0"/>
                    </a:lnTo>
                    <a:lnTo>
                      <a:pt x="0" y="349693"/>
                    </a:lnTo>
                    <a:lnTo>
                      <a:pt x="63607" y="349693"/>
                    </a:lnTo>
                    <a:lnTo>
                      <a:pt x="63931" y="199283"/>
                    </a:lnTo>
                    <a:lnTo>
                      <a:pt x="168505" y="345141"/>
                    </a:lnTo>
                    <a:lnTo>
                      <a:pt x="169368" y="345141"/>
                    </a:lnTo>
                    <a:lnTo>
                      <a:pt x="278686" y="189421"/>
                    </a:lnTo>
                    <a:lnTo>
                      <a:pt x="278362" y="349693"/>
                    </a:lnTo>
                    <a:lnTo>
                      <a:pt x="344234" y="349693"/>
                    </a:lnTo>
                    <a:lnTo>
                      <a:pt x="344881" y="0"/>
                    </a:lnTo>
                    <a:lnTo>
                      <a:pt x="344018" y="0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6F5231E-9831-84D9-D852-291FC0D1F1D7}"/>
                  </a:ext>
                </a:extLst>
              </p:cNvPr>
              <p:cNvSpPr/>
              <p:nvPr/>
            </p:nvSpPr>
            <p:spPr>
              <a:xfrm>
                <a:off x="11674152" y="1555563"/>
                <a:ext cx="234376" cy="335930"/>
              </a:xfrm>
              <a:custGeom>
                <a:avLst/>
                <a:gdLst>
                  <a:gd name="connsiteX0" fmla="*/ 65979 w 234376"/>
                  <a:gd name="connsiteY0" fmla="*/ 271995 h 335930"/>
                  <a:gd name="connsiteX1" fmla="*/ 66087 w 234376"/>
                  <a:gd name="connsiteY1" fmla="*/ 199391 h 335930"/>
                  <a:gd name="connsiteX2" fmla="*/ 209580 w 234376"/>
                  <a:gd name="connsiteY2" fmla="*/ 199391 h 335930"/>
                  <a:gd name="connsiteX3" fmla="*/ 209688 w 234376"/>
                  <a:gd name="connsiteY3" fmla="*/ 135564 h 335930"/>
                  <a:gd name="connsiteX4" fmla="*/ 66195 w 234376"/>
                  <a:gd name="connsiteY4" fmla="*/ 135564 h 335930"/>
                  <a:gd name="connsiteX5" fmla="*/ 66410 w 234376"/>
                  <a:gd name="connsiteY5" fmla="*/ 63827 h 335930"/>
                  <a:gd name="connsiteX6" fmla="*/ 228555 w 234376"/>
                  <a:gd name="connsiteY6" fmla="*/ 63827 h 335930"/>
                  <a:gd name="connsiteX7" fmla="*/ 228663 w 234376"/>
                  <a:gd name="connsiteY7" fmla="*/ 0 h 335930"/>
                  <a:gd name="connsiteX8" fmla="*/ 647 w 234376"/>
                  <a:gd name="connsiteY8" fmla="*/ 0 h 335930"/>
                  <a:gd name="connsiteX9" fmla="*/ 0 w 234376"/>
                  <a:gd name="connsiteY9" fmla="*/ 335930 h 335930"/>
                  <a:gd name="connsiteX10" fmla="*/ 234269 w 234376"/>
                  <a:gd name="connsiteY10" fmla="*/ 335930 h 335930"/>
                  <a:gd name="connsiteX11" fmla="*/ 234376 w 234376"/>
                  <a:gd name="connsiteY11" fmla="*/ 271995 h 335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4376" h="335930">
                    <a:moveTo>
                      <a:pt x="65979" y="271995"/>
                    </a:moveTo>
                    <a:lnTo>
                      <a:pt x="66087" y="199391"/>
                    </a:lnTo>
                    <a:lnTo>
                      <a:pt x="209580" y="199391"/>
                    </a:lnTo>
                    <a:lnTo>
                      <a:pt x="209688" y="135564"/>
                    </a:lnTo>
                    <a:lnTo>
                      <a:pt x="66195" y="135564"/>
                    </a:lnTo>
                    <a:lnTo>
                      <a:pt x="66410" y="63827"/>
                    </a:lnTo>
                    <a:lnTo>
                      <a:pt x="228555" y="63827"/>
                    </a:lnTo>
                    <a:lnTo>
                      <a:pt x="228663" y="0"/>
                    </a:lnTo>
                    <a:lnTo>
                      <a:pt x="647" y="0"/>
                    </a:lnTo>
                    <a:lnTo>
                      <a:pt x="0" y="335930"/>
                    </a:lnTo>
                    <a:lnTo>
                      <a:pt x="234269" y="335930"/>
                    </a:lnTo>
                    <a:lnTo>
                      <a:pt x="234376" y="271995"/>
                    </a:lnTo>
                    <a:close/>
                  </a:path>
                </a:pathLst>
              </a:custGeom>
              <a:solidFill>
                <a:schemeClr val="bg1"/>
              </a:solidFill>
              <a:ln w="1831" cap="rnd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6B7708C-4C8D-CAE5-9AAB-D0703D178158}"/>
                </a:ext>
              </a:extLst>
            </p:cNvPr>
            <p:cNvSpPr/>
            <p:nvPr/>
          </p:nvSpPr>
          <p:spPr>
            <a:xfrm>
              <a:off x="11263250" y="1438773"/>
              <a:ext cx="459260" cy="457667"/>
            </a:xfrm>
            <a:custGeom>
              <a:avLst/>
              <a:gdLst>
                <a:gd name="connsiteX0" fmla="*/ 448635 w 459260"/>
                <a:gd name="connsiteY0" fmla="*/ 2682 h 457667"/>
                <a:gd name="connsiteX1" fmla="*/ 410471 w 459260"/>
                <a:gd name="connsiteY1" fmla="*/ 9617 h 457667"/>
                <a:gd name="connsiteX2" fmla="*/ 21927 w 459260"/>
                <a:gd name="connsiteY2" fmla="*/ 433215 h 457667"/>
                <a:gd name="connsiteX3" fmla="*/ 30013 w 459260"/>
                <a:gd name="connsiteY3" fmla="*/ 344139 h 457667"/>
                <a:gd name="connsiteX4" fmla="*/ 14596 w 459260"/>
                <a:gd name="connsiteY4" fmla="*/ 457163 h 457667"/>
                <a:gd name="connsiteX5" fmla="*/ 456074 w 459260"/>
                <a:gd name="connsiteY5" fmla="*/ 34324 h 457667"/>
                <a:gd name="connsiteX6" fmla="*/ 448635 w 459260"/>
                <a:gd name="connsiteY6" fmla="*/ 2682 h 457667"/>
                <a:gd name="connsiteX7" fmla="*/ 448635 w 459260"/>
                <a:gd name="connsiteY7" fmla="*/ 2682 h 45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9260" h="457667">
                  <a:moveTo>
                    <a:pt x="448635" y="2682"/>
                  </a:moveTo>
                  <a:cubicBezTo>
                    <a:pt x="439471" y="-2628"/>
                    <a:pt x="417155" y="81"/>
                    <a:pt x="410471" y="9617"/>
                  </a:cubicBezTo>
                  <a:cubicBezTo>
                    <a:pt x="347402" y="98801"/>
                    <a:pt x="76587" y="444701"/>
                    <a:pt x="21927" y="433215"/>
                  </a:cubicBezTo>
                  <a:cubicBezTo>
                    <a:pt x="-7612" y="427038"/>
                    <a:pt x="30013" y="344139"/>
                    <a:pt x="30013" y="344139"/>
                  </a:cubicBezTo>
                  <a:cubicBezTo>
                    <a:pt x="30013" y="344139"/>
                    <a:pt x="-25616" y="447194"/>
                    <a:pt x="14596" y="457163"/>
                  </a:cubicBezTo>
                  <a:cubicBezTo>
                    <a:pt x="54162" y="466916"/>
                    <a:pt x="216954" y="335470"/>
                    <a:pt x="456074" y="34324"/>
                  </a:cubicBezTo>
                  <a:cubicBezTo>
                    <a:pt x="463189" y="25439"/>
                    <a:pt x="457367" y="7775"/>
                    <a:pt x="448635" y="2682"/>
                  </a:cubicBezTo>
                  <a:lnTo>
                    <a:pt x="448635" y="2682"/>
                  </a:lnTo>
                  <a:close/>
                </a:path>
              </a:pathLst>
            </a:custGeom>
            <a:gradFill>
              <a:gsLst>
                <a:gs pos="0">
                  <a:srgbClr val="CA2027"/>
                </a:gs>
                <a:gs pos="50000">
                  <a:srgbClr val="DB2125"/>
                </a:gs>
                <a:gs pos="100000">
                  <a:srgbClr val="EC2224"/>
                </a:gs>
              </a:gsLst>
              <a:lin ang="19915065" scaled="1"/>
            </a:gradFill>
            <a:ln w="10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11">
              <a:extLst>
                <a:ext uri="{FF2B5EF4-FFF2-40B4-BE49-F238E27FC236}">
                  <a16:creationId xmlns:a16="http://schemas.microsoft.com/office/drawing/2014/main" id="{EF2B0532-2AF2-673D-D789-510C4BE8CBD8}"/>
                </a:ext>
              </a:extLst>
            </p:cNvPr>
            <p:cNvGrpSpPr/>
            <p:nvPr/>
          </p:nvGrpSpPr>
          <p:grpSpPr>
            <a:xfrm>
              <a:off x="11682237" y="1053553"/>
              <a:ext cx="344058" cy="400147"/>
              <a:chOff x="11682237" y="1053553"/>
              <a:chExt cx="344058" cy="400147"/>
            </a:xfrm>
            <a:solidFill>
              <a:srgbClr val="FFFFFF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39360FC-144E-2015-0350-D9A50C029F87}"/>
                  </a:ext>
                </a:extLst>
              </p:cNvPr>
              <p:cNvSpPr/>
              <p:nvPr/>
            </p:nvSpPr>
            <p:spPr>
              <a:xfrm>
                <a:off x="11828249" y="1317378"/>
                <a:ext cx="79847" cy="132963"/>
              </a:xfrm>
              <a:custGeom>
                <a:avLst/>
                <a:gdLst>
                  <a:gd name="connsiteX0" fmla="*/ 79847 w 79847"/>
                  <a:gd name="connsiteY0" fmla="*/ 0 h 132963"/>
                  <a:gd name="connsiteX1" fmla="*/ 78661 w 79847"/>
                  <a:gd name="connsiteY1" fmla="*/ 5635 h 132963"/>
                  <a:gd name="connsiteX2" fmla="*/ 62059 w 79847"/>
                  <a:gd name="connsiteY2" fmla="*/ 68053 h 132963"/>
                  <a:gd name="connsiteX3" fmla="*/ 57531 w 79847"/>
                  <a:gd name="connsiteY3" fmla="*/ 77047 h 132963"/>
                  <a:gd name="connsiteX4" fmla="*/ 13868 w 79847"/>
                  <a:gd name="connsiteY4" fmla="*/ 132963 h 132963"/>
                  <a:gd name="connsiteX5" fmla="*/ 12251 w 79847"/>
                  <a:gd name="connsiteY5" fmla="*/ 128195 h 132963"/>
                  <a:gd name="connsiteX6" fmla="*/ 284 w 79847"/>
                  <a:gd name="connsiteY6" fmla="*/ 77047 h 132963"/>
                  <a:gd name="connsiteX7" fmla="*/ 2656 w 79847"/>
                  <a:gd name="connsiteY7" fmla="*/ 70004 h 132963"/>
                  <a:gd name="connsiteX8" fmla="*/ 76829 w 79847"/>
                  <a:gd name="connsiteY8" fmla="*/ 2059 h 132963"/>
                  <a:gd name="connsiteX9" fmla="*/ 79847 w 79847"/>
                  <a:gd name="connsiteY9" fmla="*/ 0 h 132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847" h="132963">
                    <a:moveTo>
                      <a:pt x="79847" y="0"/>
                    </a:moveTo>
                    <a:cubicBezTo>
                      <a:pt x="79308" y="2384"/>
                      <a:pt x="79093" y="4010"/>
                      <a:pt x="78661" y="5635"/>
                    </a:cubicBezTo>
                    <a:cubicBezTo>
                      <a:pt x="73163" y="26441"/>
                      <a:pt x="67773" y="47247"/>
                      <a:pt x="62059" y="68053"/>
                    </a:cubicBezTo>
                    <a:cubicBezTo>
                      <a:pt x="61196" y="71087"/>
                      <a:pt x="59579" y="74447"/>
                      <a:pt x="57531" y="77047"/>
                    </a:cubicBezTo>
                    <a:cubicBezTo>
                      <a:pt x="43300" y="95469"/>
                      <a:pt x="28854" y="113783"/>
                      <a:pt x="13868" y="132963"/>
                    </a:cubicBezTo>
                    <a:cubicBezTo>
                      <a:pt x="13222" y="131013"/>
                      <a:pt x="12575" y="129604"/>
                      <a:pt x="12251" y="128195"/>
                    </a:cubicBezTo>
                    <a:cubicBezTo>
                      <a:pt x="8262" y="111182"/>
                      <a:pt x="4381" y="94061"/>
                      <a:pt x="284" y="77047"/>
                    </a:cubicBezTo>
                    <a:cubicBezTo>
                      <a:pt x="-362" y="74230"/>
                      <a:pt x="-39" y="72388"/>
                      <a:pt x="2656" y="70004"/>
                    </a:cubicBezTo>
                    <a:cubicBezTo>
                      <a:pt x="27452" y="47464"/>
                      <a:pt x="52141" y="24707"/>
                      <a:pt x="76829" y="2059"/>
                    </a:cubicBezTo>
                    <a:cubicBezTo>
                      <a:pt x="77583" y="1517"/>
                      <a:pt x="78446" y="1084"/>
                      <a:pt x="7984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D1FAA9F-8546-9225-BA93-61CDD247919B}"/>
                  </a:ext>
                </a:extLst>
              </p:cNvPr>
              <p:cNvSpPr/>
              <p:nvPr/>
            </p:nvSpPr>
            <p:spPr>
              <a:xfrm>
                <a:off x="11682237" y="1228952"/>
                <a:ext cx="112336" cy="96011"/>
              </a:xfrm>
              <a:custGeom>
                <a:avLst/>
                <a:gdLst>
                  <a:gd name="connsiteX0" fmla="*/ 0 w 112336"/>
                  <a:gd name="connsiteY0" fmla="*/ 95686 h 96011"/>
                  <a:gd name="connsiteX1" fmla="*/ 45819 w 112336"/>
                  <a:gd name="connsiteY1" fmla="*/ 37277 h 96011"/>
                  <a:gd name="connsiteX2" fmla="*/ 48514 w 112336"/>
                  <a:gd name="connsiteY2" fmla="*/ 34893 h 96011"/>
                  <a:gd name="connsiteX3" fmla="*/ 112337 w 112336"/>
                  <a:gd name="connsiteY3" fmla="*/ 0 h 96011"/>
                  <a:gd name="connsiteX4" fmla="*/ 99939 w 112336"/>
                  <a:gd name="connsiteY4" fmla="*/ 23190 h 96011"/>
                  <a:gd name="connsiteX5" fmla="*/ 63607 w 112336"/>
                  <a:gd name="connsiteY5" fmla="*/ 90159 h 96011"/>
                  <a:gd name="connsiteX6" fmla="*/ 55306 w 112336"/>
                  <a:gd name="connsiteY6" fmla="*/ 95686 h 96011"/>
                  <a:gd name="connsiteX7" fmla="*/ 5067 w 112336"/>
                  <a:gd name="connsiteY7" fmla="*/ 96011 h 96011"/>
                  <a:gd name="connsiteX8" fmla="*/ 0 w 112336"/>
                  <a:gd name="connsiteY8" fmla="*/ 95686 h 96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336" h="96011">
                    <a:moveTo>
                      <a:pt x="0" y="95686"/>
                    </a:moveTo>
                    <a:cubicBezTo>
                      <a:pt x="15740" y="75639"/>
                      <a:pt x="30726" y="56458"/>
                      <a:pt x="45819" y="37277"/>
                    </a:cubicBezTo>
                    <a:cubicBezTo>
                      <a:pt x="46573" y="36302"/>
                      <a:pt x="47544" y="35435"/>
                      <a:pt x="48514" y="34893"/>
                    </a:cubicBezTo>
                    <a:cubicBezTo>
                      <a:pt x="69213" y="23515"/>
                      <a:pt x="89913" y="12245"/>
                      <a:pt x="112337" y="0"/>
                    </a:cubicBezTo>
                    <a:cubicBezTo>
                      <a:pt x="107701" y="8778"/>
                      <a:pt x="103820" y="15930"/>
                      <a:pt x="99939" y="23190"/>
                    </a:cubicBezTo>
                    <a:cubicBezTo>
                      <a:pt x="87864" y="45513"/>
                      <a:pt x="75574" y="67836"/>
                      <a:pt x="63607" y="90159"/>
                    </a:cubicBezTo>
                    <a:cubicBezTo>
                      <a:pt x="61451" y="94061"/>
                      <a:pt x="59511" y="95794"/>
                      <a:pt x="55306" y="95686"/>
                    </a:cubicBezTo>
                    <a:cubicBezTo>
                      <a:pt x="38596" y="95469"/>
                      <a:pt x="21885" y="95794"/>
                      <a:pt x="5067" y="96011"/>
                    </a:cubicBezTo>
                    <a:cubicBezTo>
                      <a:pt x="3666" y="95903"/>
                      <a:pt x="2372" y="95794"/>
                      <a:pt x="0" y="9568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0743AD2-98AA-EB5A-4DB3-898BA8E6F734}"/>
                  </a:ext>
                </a:extLst>
              </p:cNvPr>
              <p:cNvSpPr/>
              <p:nvPr/>
            </p:nvSpPr>
            <p:spPr>
              <a:xfrm>
                <a:off x="11700134" y="1398554"/>
                <a:ext cx="60696" cy="55146"/>
              </a:xfrm>
              <a:custGeom>
                <a:avLst/>
                <a:gdLst>
                  <a:gd name="connsiteX0" fmla="*/ 60696 w 60696"/>
                  <a:gd name="connsiteY0" fmla="*/ 29897 h 55146"/>
                  <a:gd name="connsiteX1" fmla="*/ 48514 w 60696"/>
                  <a:gd name="connsiteY1" fmla="*/ 55146 h 55146"/>
                  <a:gd name="connsiteX2" fmla="*/ 0 w 60696"/>
                  <a:gd name="connsiteY2" fmla="*/ 16677 h 55146"/>
                  <a:gd name="connsiteX3" fmla="*/ 20484 w 60696"/>
                  <a:gd name="connsiteY3" fmla="*/ 314 h 55146"/>
                  <a:gd name="connsiteX4" fmla="*/ 23610 w 60696"/>
                  <a:gd name="connsiteY4" fmla="*/ 531 h 55146"/>
                  <a:gd name="connsiteX5" fmla="*/ 60696 w 60696"/>
                  <a:gd name="connsiteY5" fmla="*/ 29897 h 5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696" h="55146">
                    <a:moveTo>
                      <a:pt x="60696" y="29897"/>
                    </a:moveTo>
                    <a:cubicBezTo>
                      <a:pt x="56600" y="38350"/>
                      <a:pt x="52719" y="46477"/>
                      <a:pt x="48514" y="55146"/>
                    </a:cubicBezTo>
                    <a:cubicBezTo>
                      <a:pt x="32235" y="42251"/>
                      <a:pt x="16387" y="29789"/>
                      <a:pt x="0" y="16677"/>
                    </a:cubicBezTo>
                    <a:cubicBezTo>
                      <a:pt x="7115" y="11042"/>
                      <a:pt x="13692" y="5624"/>
                      <a:pt x="20484" y="314"/>
                    </a:cubicBezTo>
                    <a:cubicBezTo>
                      <a:pt x="21238" y="-228"/>
                      <a:pt x="22856" y="-11"/>
                      <a:pt x="23610" y="531"/>
                    </a:cubicBezTo>
                    <a:cubicBezTo>
                      <a:pt x="35900" y="10283"/>
                      <a:pt x="48191" y="20036"/>
                      <a:pt x="60696" y="298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C218129-4027-4A77-D78E-E56BDE0807C4}"/>
                  </a:ext>
                </a:extLst>
              </p:cNvPr>
              <p:cNvSpPr/>
              <p:nvPr/>
            </p:nvSpPr>
            <p:spPr>
              <a:xfrm>
                <a:off x="11735816" y="1053553"/>
                <a:ext cx="290480" cy="357894"/>
              </a:xfrm>
              <a:custGeom>
                <a:avLst/>
                <a:gdLst>
                  <a:gd name="connsiteX0" fmla="*/ 269201 w 290480"/>
                  <a:gd name="connsiteY0" fmla="*/ 932 h 357894"/>
                  <a:gd name="connsiteX1" fmla="*/ 127756 w 290480"/>
                  <a:gd name="connsiteY1" fmla="*/ 94559 h 357894"/>
                  <a:gd name="connsiteX2" fmla="*/ 81506 w 290480"/>
                  <a:gd name="connsiteY2" fmla="*/ 168031 h 357894"/>
                  <a:gd name="connsiteX3" fmla="*/ 3991 w 290480"/>
                  <a:gd name="connsiteY3" fmla="*/ 311289 h 357894"/>
                  <a:gd name="connsiteX4" fmla="*/ 6902 w 290480"/>
                  <a:gd name="connsiteY4" fmla="*/ 338488 h 357894"/>
                  <a:gd name="connsiteX5" fmla="*/ 24152 w 290480"/>
                  <a:gd name="connsiteY5" fmla="*/ 352142 h 357894"/>
                  <a:gd name="connsiteX6" fmla="*/ 56710 w 290480"/>
                  <a:gd name="connsiteY6" fmla="*/ 347482 h 357894"/>
                  <a:gd name="connsiteX7" fmla="*/ 173898 w 290480"/>
                  <a:gd name="connsiteY7" fmla="*/ 239985 h 357894"/>
                  <a:gd name="connsiteX8" fmla="*/ 227587 w 290480"/>
                  <a:gd name="connsiteY8" fmla="*/ 186453 h 357894"/>
                  <a:gd name="connsiteX9" fmla="*/ 248502 w 290480"/>
                  <a:gd name="connsiteY9" fmla="*/ 155027 h 357894"/>
                  <a:gd name="connsiteX10" fmla="*/ 290440 w 290480"/>
                  <a:gd name="connsiteY10" fmla="*/ 17512 h 357894"/>
                  <a:gd name="connsiteX11" fmla="*/ 269201 w 290480"/>
                  <a:gd name="connsiteY11" fmla="*/ 932 h 357894"/>
                  <a:gd name="connsiteX12" fmla="*/ 199018 w 290480"/>
                  <a:gd name="connsiteY12" fmla="*/ 153401 h 357894"/>
                  <a:gd name="connsiteX13" fmla="*/ 159128 w 290480"/>
                  <a:gd name="connsiteY13" fmla="*/ 113306 h 357894"/>
                  <a:gd name="connsiteX14" fmla="*/ 199018 w 290480"/>
                  <a:gd name="connsiteY14" fmla="*/ 73212 h 357894"/>
                  <a:gd name="connsiteX15" fmla="*/ 238907 w 290480"/>
                  <a:gd name="connsiteY15" fmla="*/ 113306 h 357894"/>
                  <a:gd name="connsiteX16" fmla="*/ 199018 w 290480"/>
                  <a:gd name="connsiteY16" fmla="*/ 153401 h 357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0480" h="357894">
                    <a:moveTo>
                      <a:pt x="269201" y="932"/>
                    </a:moveTo>
                    <a:cubicBezTo>
                      <a:pt x="215512" y="17079"/>
                      <a:pt x="167969" y="47204"/>
                      <a:pt x="127756" y="94559"/>
                    </a:cubicBezTo>
                    <a:cubicBezTo>
                      <a:pt x="108674" y="117099"/>
                      <a:pt x="95198" y="142565"/>
                      <a:pt x="81506" y="168031"/>
                    </a:cubicBezTo>
                    <a:cubicBezTo>
                      <a:pt x="55740" y="215819"/>
                      <a:pt x="29758" y="263500"/>
                      <a:pt x="3991" y="311289"/>
                    </a:cubicBezTo>
                    <a:cubicBezTo>
                      <a:pt x="-2261" y="322775"/>
                      <a:pt x="-1076" y="331986"/>
                      <a:pt x="6902" y="338488"/>
                    </a:cubicBezTo>
                    <a:cubicBezTo>
                      <a:pt x="12616" y="343148"/>
                      <a:pt x="18438" y="347591"/>
                      <a:pt x="24152" y="352142"/>
                    </a:cubicBezTo>
                    <a:cubicBezTo>
                      <a:pt x="35364" y="361028"/>
                      <a:pt x="43342" y="359728"/>
                      <a:pt x="56710" y="347482"/>
                    </a:cubicBezTo>
                    <a:cubicBezTo>
                      <a:pt x="95737" y="311614"/>
                      <a:pt x="134871" y="275853"/>
                      <a:pt x="173898" y="239985"/>
                    </a:cubicBezTo>
                    <a:cubicBezTo>
                      <a:pt x="192441" y="222971"/>
                      <a:pt x="211847" y="206934"/>
                      <a:pt x="227587" y="186453"/>
                    </a:cubicBezTo>
                    <a:cubicBezTo>
                      <a:pt x="234595" y="176050"/>
                      <a:pt x="242033" y="165755"/>
                      <a:pt x="248502" y="155027"/>
                    </a:cubicBezTo>
                    <a:cubicBezTo>
                      <a:pt x="275131" y="110706"/>
                      <a:pt x="288176" y="64651"/>
                      <a:pt x="290440" y="17512"/>
                    </a:cubicBezTo>
                    <a:cubicBezTo>
                      <a:pt x="291194" y="4833"/>
                      <a:pt x="281384" y="-2752"/>
                      <a:pt x="269201" y="932"/>
                    </a:cubicBezTo>
                    <a:close/>
                    <a:moveTo>
                      <a:pt x="199018" y="153401"/>
                    </a:moveTo>
                    <a:cubicBezTo>
                      <a:pt x="176917" y="153401"/>
                      <a:pt x="159128" y="135413"/>
                      <a:pt x="159128" y="113306"/>
                    </a:cubicBezTo>
                    <a:cubicBezTo>
                      <a:pt x="159128" y="91092"/>
                      <a:pt x="177025" y="73212"/>
                      <a:pt x="199018" y="73212"/>
                    </a:cubicBezTo>
                    <a:cubicBezTo>
                      <a:pt x="221118" y="73212"/>
                      <a:pt x="238907" y="91200"/>
                      <a:pt x="238907" y="113306"/>
                    </a:cubicBezTo>
                    <a:cubicBezTo>
                      <a:pt x="239015" y="135521"/>
                      <a:pt x="221118" y="153401"/>
                      <a:pt x="199018" y="153401"/>
                    </a:cubicBezTo>
                    <a:close/>
                  </a:path>
                </a:pathLst>
              </a:custGeom>
              <a:solidFill>
                <a:schemeClr val="bg1"/>
              </a:solidFill>
              <a:ln w="10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108FCF-0020-D7F0-B448-B5C2BA369D51}"/>
              </a:ext>
            </a:extLst>
          </p:cNvPr>
          <p:cNvCxnSpPr/>
          <p:nvPr userDrawn="1"/>
        </p:nvCxnSpPr>
        <p:spPr>
          <a:xfrm flipV="1">
            <a:off x="11296561" y="240352"/>
            <a:ext cx="0" cy="39165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7138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79455CA-81CF-7665-8341-F2048783DF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4AC156F-90A5-A793-679C-3FEC1B4E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02653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D8CB278-1EA9-55C1-07BB-D9489A97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46C970-7012-ADD2-8C0C-48D1387B1E3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03201" y="203953"/>
            <a:ext cx="686363" cy="419931"/>
            <a:chOff x="2736504" y="1475996"/>
            <a:chExt cx="2313735" cy="1415598"/>
          </a:xfrm>
          <a:solidFill>
            <a:schemeClr val="accent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1AFDCAD-1453-C256-898B-EB8A596280F8}"/>
                </a:ext>
              </a:extLst>
            </p:cNvPr>
            <p:cNvSpPr/>
            <p:nvPr/>
          </p:nvSpPr>
          <p:spPr>
            <a:xfrm>
              <a:off x="2736504" y="1475996"/>
              <a:ext cx="1377425" cy="1415598"/>
            </a:xfrm>
            <a:custGeom>
              <a:avLst/>
              <a:gdLst>
                <a:gd name="connsiteX0" fmla="*/ 1358742 w 1377425"/>
                <a:gd name="connsiteY0" fmla="*/ 309909 h 1415598"/>
                <a:gd name="connsiteX1" fmla="*/ 1194190 w 1377425"/>
                <a:gd name="connsiteY1" fmla="*/ 87326 h 1415598"/>
                <a:gd name="connsiteX2" fmla="*/ 895528 w 1377425"/>
                <a:gd name="connsiteY2" fmla="*/ 0 h 1415598"/>
                <a:gd name="connsiteX3" fmla="*/ 292399 w 1377425"/>
                <a:gd name="connsiteY3" fmla="*/ 226796 h 1415598"/>
                <a:gd name="connsiteX4" fmla="*/ 1303 w 1377425"/>
                <a:gd name="connsiteY4" fmla="*/ 653975 h 1415598"/>
                <a:gd name="connsiteX5" fmla="*/ 190265 w 1377425"/>
                <a:gd name="connsiteY5" fmla="*/ 814053 h 1415598"/>
                <a:gd name="connsiteX6" fmla="*/ 482896 w 1377425"/>
                <a:gd name="connsiteY6" fmla="*/ 709763 h 1415598"/>
                <a:gd name="connsiteX7" fmla="*/ 901161 w 1377425"/>
                <a:gd name="connsiteY7" fmla="*/ 468735 h 1415598"/>
                <a:gd name="connsiteX8" fmla="*/ 1028216 w 1377425"/>
                <a:gd name="connsiteY8" fmla="*/ 455756 h 1415598"/>
                <a:gd name="connsiteX9" fmla="*/ 1112654 w 1377425"/>
                <a:gd name="connsiteY9" fmla="*/ 521335 h 1415598"/>
                <a:gd name="connsiteX10" fmla="*/ 1095584 w 1377425"/>
                <a:gd name="connsiteY10" fmla="*/ 764526 h 1415598"/>
                <a:gd name="connsiteX11" fmla="*/ 815812 w 1377425"/>
                <a:gd name="connsiteY11" fmla="*/ 1113772 h 1415598"/>
                <a:gd name="connsiteX12" fmla="*/ 632597 w 1377425"/>
                <a:gd name="connsiteY12" fmla="*/ 1245501 h 1415598"/>
                <a:gd name="connsiteX13" fmla="*/ 627647 w 1377425"/>
                <a:gd name="connsiteY13" fmla="*/ 1248176 h 1415598"/>
                <a:gd name="connsiteX14" fmla="*/ 514987 w 1377425"/>
                <a:gd name="connsiteY14" fmla="*/ 1300378 h 1415598"/>
                <a:gd name="connsiteX15" fmla="*/ 446253 w 1377425"/>
                <a:gd name="connsiteY15" fmla="*/ 1253470 h 1415598"/>
                <a:gd name="connsiteX16" fmla="*/ 504404 w 1377425"/>
                <a:gd name="connsiteY16" fmla="*/ 1178156 h 1415598"/>
                <a:gd name="connsiteX17" fmla="*/ 551744 w 1377425"/>
                <a:gd name="connsiteY17" fmla="*/ 1132501 h 1415598"/>
                <a:gd name="connsiteX18" fmla="*/ 659966 w 1377425"/>
                <a:gd name="connsiteY18" fmla="*/ 979653 h 1415598"/>
                <a:gd name="connsiteX19" fmla="*/ 542014 w 1377425"/>
                <a:gd name="connsiteY19" fmla="*/ 883503 h 1415598"/>
                <a:gd name="connsiteX20" fmla="*/ 308729 w 1377425"/>
                <a:gd name="connsiteY20" fmla="*/ 1046200 h 1415598"/>
                <a:gd name="connsiteX21" fmla="*/ 273508 w 1377425"/>
                <a:gd name="connsiteY21" fmla="*/ 1349335 h 1415598"/>
                <a:gd name="connsiteX22" fmla="*/ 412683 w 1377425"/>
                <a:gd name="connsiteY22" fmla="*/ 1415598 h 1415598"/>
                <a:gd name="connsiteX23" fmla="*/ 570293 w 1377425"/>
                <a:gd name="connsiteY23" fmla="*/ 1382523 h 1415598"/>
                <a:gd name="connsiteX24" fmla="*/ 1032711 w 1377425"/>
                <a:gd name="connsiteY24" fmla="*/ 1086276 h 1415598"/>
                <a:gd name="connsiteX25" fmla="*/ 1344460 w 1377425"/>
                <a:gd name="connsiteY25" fmla="*/ 637067 h 1415598"/>
                <a:gd name="connsiteX26" fmla="*/ 1358742 w 1377425"/>
                <a:gd name="connsiteY26" fmla="*/ 309909 h 141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77425" h="1415598">
                  <a:moveTo>
                    <a:pt x="1358742" y="309909"/>
                  </a:moveTo>
                  <a:cubicBezTo>
                    <a:pt x="1330008" y="218713"/>
                    <a:pt x="1274532" y="143797"/>
                    <a:pt x="1194190" y="87326"/>
                  </a:cubicBezTo>
                  <a:cubicBezTo>
                    <a:pt x="1184745" y="79697"/>
                    <a:pt x="1084375" y="0"/>
                    <a:pt x="895528" y="0"/>
                  </a:cubicBezTo>
                  <a:cubicBezTo>
                    <a:pt x="648643" y="0"/>
                    <a:pt x="420535" y="141008"/>
                    <a:pt x="292399" y="226796"/>
                  </a:cubicBezTo>
                  <a:cubicBezTo>
                    <a:pt x="188672" y="296190"/>
                    <a:pt x="-18327" y="465035"/>
                    <a:pt x="1303" y="653975"/>
                  </a:cubicBezTo>
                  <a:cubicBezTo>
                    <a:pt x="10236" y="739706"/>
                    <a:pt x="64347" y="812174"/>
                    <a:pt x="190265" y="814053"/>
                  </a:cubicBezTo>
                  <a:cubicBezTo>
                    <a:pt x="293309" y="815533"/>
                    <a:pt x="414333" y="754849"/>
                    <a:pt x="482896" y="709763"/>
                  </a:cubicBezTo>
                  <a:cubicBezTo>
                    <a:pt x="590492" y="639003"/>
                    <a:pt x="747363" y="523840"/>
                    <a:pt x="901161" y="468735"/>
                  </a:cubicBezTo>
                  <a:cubicBezTo>
                    <a:pt x="976836" y="441638"/>
                    <a:pt x="1015869" y="452739"/>
                    <a:pt x="1028216" y="455756"/>
                  </a:cubicBezTo>
                  <a:cubicBezTo>
                    <a:pt x="1067021" y="464579"/>
                    <a:pt x="1095584" y="486610"/>
                    <a:pt x="1112654" y="521335"/>
                  </a:cubicBezTo>
                  <a:cubicBezTo>
                    <a:pt x="1142469" y="581792"/>
                    <a:pt x="1135698" y="677144"/>
                    <a:pt x="1095584" y="764526"/>
                  </a:cubicBezTo>
                  <a:cubicBezTo>
                    <a:pt x="1040905" y="883674"/>
                    <a:pt x="946850" y="1001057"/>
                    <a:pt x="815812" y="1113772"/>
                  </a:cubicBezTo>
                  <a:cubicBezTo>
                    <a:pt x="749297" y="1171040"/>
                    <a:pt x="687505" y="1215329"/>
                    <a:pt x="632597" y="1245501"/>
                  </a:cubicBezTo>
                  <a:lnTo>
                    <a:pt x="627647" y="1248176"/>
                  </a:lnTo>
                  <a:cubicBezTo>
                    <a:pt x="602157" y="1262351"/>
                    <a:pt x="543835" y="1292921"/>
                    <a:pt x="514987" y="1300378"/>
                  </a:cubicBezTo>
                  <a:cubicBezTo>
                    <a:pt x="428046" y="1322693"/>
                    <a:pt x="434362" y="1281991"/>
                    <a:pt x="446253" y="1253470"/>
                  </a:cubicBezTo>
                  <a:cubicBezTo>
                    <a:pt x="453252" y="1236734"/>
                    <a:pt x="476296" y="1207701"/>
                    <a:pt x="504404" y="1178156"/>
                  </a:cubicBezTo>
                  <a:cubicBezTo>
                    <a:pt x="519767" y="1162558"/>
                    <a:pt x="535642" y="1147985"/>
                    <a:pt x="551744" y="1132501"/>
                  </a:cubicBezTo>
                  <a:cubicBezTo>
                    <a:pt x="605002" y="1081096"/>
                    <a:pt x="663778" y="1037604"/>
                    <a:pt x="659966" y="979653"/>
                  </a:cubicBezTo>
                  <a:cubicBezTo>
                    <a:pt x="656097" y="921246"/>
                    <a:pt x="600336" y="883333"/>
                    <a:pt x="542014" y="883503"/>
                  </a:cubicBezTo>
                  <a:cubicBezTo>
                    <a:pt x="483693" y="883617"/>
                    <a:pt x="392085" y="923352"/>
                    <a:pt x="308729" y="1046200"/>
                  </a:cubicBezTo>
                  <a:cubicBezTo>
                    <a:pt x="272711" y="1099142"/>
                    <a:pt x="203238" y="1238954"/>
                    <a:pt x="273508" y="1349335"/>
                  </a:cubicBezTo>
                  <a:cubicBezTo>
                    <a:pt x="301730" y="1393510"/>
                    <a:pt x="348501" y="1415769"/>
                    <a:pt x="412683" y="1415598"/>
                  </a:cubicBezTo>
                  <a:cubicBezTo>
                    <a:pt x="457576" y="1415598"/>
                    <a:pt x="511175" y="1406034"/>
                    <a:pt x="570293" y="1382523"/>
                  </a:cubicBezTo>
                  <a:cubicBezTo>
                    <a:pt x="746338" y="1312560"/>
                    <a:pt x="931488" y="1176733"/>
                    <a:pt x="1032711" y="1086276"/>
                  </a:cubicBezTo>
                  <a:cubicBezTo>
                    <a:pt x="1192313" y="943675"/>
                    <a:pt x="1289553" y="806368"/>
                    <a:pt x="1344460" y="637067"/>
                  </a:cubicBezTo>
                  <a:cubicBezTo>
                    <a:pt x="1366594" y="568641"/>
                    <a:pt x="1398003" y="435034"/>
                    <a:pt x="1358742" y="309909"/>
                  </a:cubicBezTo>
                </a:path>
              </a:pathLst>
            </a:custGeom>
            <a:grpFill/>
            <a:ln w="56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4" name="Graphic 4">
              <a:extLst>
                <a:ext uri="{FF2B5EF4-FFF2-40B4-BE49-F238E27FC236}">
                  <a16:creationId xmlns:a16="http://schemas.microsoft.com/office/drawing/2014/main" id="{BE65B641-D6A9-953B-D259-850EA6DD99F4}"/>
                </a:ext>
              </a:extLst>
            </p:cNvPr>
            <p:cNvGrpSpPr/>
            <p:nvPr/>
          </p:nvGrpSpPr>
          <p:grpSpPr>
            <a:xfrm>
              <a:off x="4387992" y="1934541"/>
              <a:ext cx="662247" cy="551051"/>
              <a:chOff x="4387992" y="1934541"/>
              <a:chExt cx="662247" cy="551051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A0FC49AD-7E01-880A-1153-AE41F281B993}"/>
                  </a:ext>
                </a:extLst>
              </p:cNvPr>
              <p:cNvSpPr/>
              <p:nvPr/>
            </p:nvSpPr>
            <p:spPr>
              <a:xfrm>
                <a:off x="4387992" y="1941600"/>
                <a:ext cx="74082" cy="479380"/>
              </a:xfrm>
              <a:custGeom>
                <a:avLst/>
                <a:gdLst>
                  <a:gd name="connsiteX0" fmla="*/ 74083 w 74082"/>
                  <a:gd name="connsiteY0" fmla="*/ 479380 h 479380"/>
                  <a:gd name="connsiteX1" fmla="*/ 0 w 74082"/>
                  <a:gd name="connsiteY1" fmla="*/ 479380 h 479380"/>
                  <a:gd name="connsiteX2" fmla="*/ 0 w 74082"/>
                  <a:gd name="connsiteY2" fmla="*/ 0 h 479380"/>
                  <a:gd name="connsiteX3" fmla="*/ 74083 w 74082"/>
                  <a:gd name="connsiteY3" fmla="*/ 0 h 479380"/>
                  <a:gd name="connsiteX4" fmla="*/ 74083 w 74082"/>
                  <a:gd name="connsiteY4" fmla="*/ 479380 h 479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082" h="479380">
                    <a:moveTo>
                      <a:pt x="74083" y="479380"/>
                    </a:moveTo>
                    <a:lnTo>
                      <a:pt x="0" y="479380"/>
                    </a:lnTo>
                    <a:lnTo>
                      <a:pt x="0" y="0"/>
                    </a:lnTo>
                    <a:lnTo>
                      <a:pt x="74083" y="0"/>
                    </a:lnTo>
                    <a:lnTo>
                      <a:pt x="74083" y="479380"/>
                    </a:lnTo>
                    <a:close/>
                  </a:path>
                </a:pathLst>
              </a:custGeom>
              <a:grpFill/>
              <a:ln w="56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9D85425-5FF1-FCE6-AE6A-33C119A3383F}"/>
                  </a:ext>
                </a:extLst>
              </p:cNvPr>
              <p:cNvSpPr/>
              <p:nvPr/>
            </p:nvSpPr>
            <p:spPr>
              <a:xfrm>
                <a:off x="4555218" y="1934541"/>
                <a:ext cx="495021" cy="551051"/>
              </a:xfrm>
              <a:custGeom>
                <a:avLst/>
                <a:gdLst>
                  <a:gd name="connsiteX0" fmla="*/ 0 w 495021"/>
                  <a:gd name="connsiteY0" fmla="*/ 247461 h 551051"/>
                  <a:gd name="connsiteX1" fmla="*/ 247340 w 495021"/>
                  <a:gd name="connsiteY1" fmla="*/ 0 h 551051"/>
                  <a:gd name="connsiteX2" fmla="*/ 495021 w 495021"/>
                  <a:gd name="connsiteY2" fmla="*/ 247461 h 551051"/>
                  <a:gd name="connsiteX3" fmla="*/ 412461 w 495021"/>
                  <a:gd name="connsiteY3" fmla="*/ 435604 h 551051"/>
                  <a:gd name="connsiteX4" fmla="*/ 469644 w 495021"/>
                  <a:gd name="connsiteY4" fmla="*/ 512910 h 551051"/>
                  <a:gd name="connsiteX5" fmla="*/ 414623 w 495021"/>
                  <a:gd name="connsiteY5" fmla="*/ 551051 h 551051"/>
                  <a:gd name="connsiteX6" fmla="*/ 355676 w 495021"/>
                  <a:gd name="connsiteY6" fmla="*/ 471297 h 551051"/>
                  <a:gd name="connsiteX7" fmla="*/ 247340 w 495021"/>
                  <a:gd name="connsiteY7" fmla="*/ 493555 h 551051"/>
                  <a:gd name="connsiteX8" fmla="*/ 0 w 495021"/>
                  <a:gd name="connsiteY8" fmla="*/ 247461 h 551051"/>
                  <a:gd name="connsiteX9" fmla="*/ 77610 w 495021"/>
                  <a:gd name="connsiteY9" fmla="*/ 246778 h 551051"/>
                  <a:gd name="connsiteX10" fmla="*/ 247340 w 495021"/>
                  <a:gd name="connsiteY10" fmla="*/ 423307 h 551051"/>
                  <a:gd name="connsiteX11" fmla="*/ 311920 w 495021"/>
                  <a:gd name="connsiteY11" fmla="*/ 412719 h 551051"/>
                  <a:gd name="connsiteX12" fmla="*/ 257923 w 495021"/>
                  <a:gd name="connsiteY12" fmla="*/ 339625 h 551051"/>
                  <a:gd name="connsiteX13" fmla="*/ 312262 w 495021"/>
                  <a:gd name="connsiteY13" fmla="*/ 300061 h 551051"/>
                  <a:gd name="connsiteX14" fmla="*/ 368705 w 495021"/>
                  <a:gd name="connsiteY14" fmla="*/ 376684 h 551051"/>
                  <a:gd name="connsiteX15" fmla="*/ 417411 w 495021"/>
                  <a:gd name="connsiteY15" fmla="*/ 246778 h 551051"/>
                  <a:gd name="connsiteX16" fmla="*/ 247340 w 495021"/>
                  <a:gd name="connsiteY16" fmla="*/ 70248 h 551051"/>
                  <a:gd name="connsiteX17" fmla="*/ 77610 w 495021"/>
                  <a:gd name="connsiteY17" fmla="*/ 246778 h 55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95021" h="551051">
                    <a:moveTo>
                      <a:pt x="0" y="247461"/>
                    </a:moveTo>
                    <a:cubicBezTo>
                      <a:pt x="0" y="103778"/>
                      <a:pt x="106230" y="0"/>
                      <a:pt x="247340" y="0"/>
                    </a:cubicBezTo>
                    <a:cubicBezTo>
                      <a:pt x="389530" y="0"/>
                      <a:pt x="495021" y="103778"/>
                      <a:pt x="495021" y="247461"/>
                    </a:cubicBezTo>
                    <a:cubicBezTo>
                      <a:pt x="495021" y="326190"/>
                      <a:pt x="463954" y="391827"/>
                      <a:pt x="412461" y="435604"/>
                    </a:cubicBezTo>
                    <a:lnTo>
                      <a:pt x="469644" y="512910"/>
                    </a:lnTo>
                    <a:lnTo>
                      <a:pt x="414623" y="551051"/>
                    </a:lnTo>
                    <a:lnTo>
                      <a:pt x="355676" y="471297"/>
                    </a:lnTo>
                    <a:cubicBezTo>
                      <a:pt x="323186" y="485756"/>
                      <a:pt x="286885" y="493555"/>
                      <a:pt x="247340" y="493555"/>
                    </a:cubicBezTo>
                    <a:cubicBezTo>
                      <a:pt x="106230" y="493498"/>
                      <a:pt x="0" y="392169"/>
                      <a:pt x="0" y="247461"/>
                    </a:cubicBezTo>
                    <a:close/>
                    <a:moveTo>
                      <a:pt x="77610" y="246778"/>
                    </a:moveTo>
                    <a:cubicBezTo>
                      <a:pt x="77610" y="352320"/>
                      <a:pt x="146060" y="423307"/>
                      <a:pt x="247340" y="423307"/>
                    </a:cubicBezTo>
                    <a:cubicBezTo>
                      <a:pt x="271010" y="423307"/>
                      <a:pt x="292517" y="419436"/>
                      <a:pt x="311920" y="412719"/>
                    </a:cubicBezTo>
                    <a:lnTo>
                      <a:pt x="257923" y="339625"/>
                    </a:lnTo>
                    <a:lnTo>
                      <a:pt x="312262" y="300061"/>
                    </a:lnTo>
                    <a:lnTo>
                      <a:pt x="368705" y="376684"/>
                    </a:lnTo>
                    <a:cubicBezTo>
                      <a:pt x="399772" y="345602"/>
                      <a:pt x="417411" y="300801"/>
                      <a:pt x="417411" y="246778"/>
                    </a:cubicBezTo>
                    <a:cubicBezTo>
                      <a:pt x="417411" y="143683"/>
                      <a:pt x="350042" y="70248"/>
                      <a:pt x="247340" y="70248"/>
                    </a:cubicBezTo>
                    <a:cubicBezTo>
                      <a:pt x="146117" y="70248"/>
                      <a:pt x="77610" y="143683"/>
                      <a:pt x="77610" y="246778"/>
                    </a:cubicBezTo>
                    <a:close/>
                  </a:path>
                </a:pathLst>
              </a:custGeom>
              <a:grpFill/>
              <a:ln w="56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25698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79455CA-81CF-7665-8341-F2048783DF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4AC156F-90A5-A793-679C-3FEC1B4E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02653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D8CB278-1EA9-55C1-07BB-D9489A97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BA9C938-D6FD-0992-E4D7-0E1663CC7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4793" y="203952"/>
            <a:ext cx="774772" cy="4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26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79455CA-81CF-7665-8341-F2048783DF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4AC156F-90A5-A793-679C-3FEC1B4E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02653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D8CB278-1EA9-55C1-07BB-D9489A97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F51F3D9-F271-3593-8EAF-C675E5C07A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0004" y="203951"/>
            <a:ext cx="1149561" cy="41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49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79455CA-81CF-7665-8341-F2048783DF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7399" y="933783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4AC156F-90A5-A793-679C-3FEC1B4E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02653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D8CB278-1EA9-55C1-07BB-D9489A97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6A04A7-B872-FE09-175B-3D7367F1EE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1198" y="203951"/>
            <a:ext cx="808367" cy="41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921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4AC156F-90A5-A793-679C-3FEC1B4EEE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01" y="365127"/>
            <a:ext cx="9026532" cy="4199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Effects</a:t>
            </a:r>
            <a:endParaRPr lang="en-IN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D8CB278-1EA9-55C1-07BB-D9489A97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520637"/>
            <a:ext cx="724268" cy="186636"/>
          </a:xfrm>
        </p:spPr>
        <p:txBody>
          <a:bodyPr/>
          <a:lstStyle/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B7434E-E87A-4BB8-E5C6-114F18CEDE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0467" y="203951"/>
            <a:ext cx="929097" cy="419931"/>
          </a:xfrm>
          <a:prstGeom prst="rect">
            <a:avLst/>
          </a:prstGeom>
        </p:spPr>
      </p:pic>
      <p:sp>
        <p:nvSpPr>
          <p:cNvPr id="2" name="Rounded Rectangle 16">
            <a:extLst>
              <a:ext uri="{FF2B5EF4-FFF2-40B4-BE49-F238E27FC236}">
                <a16:creationId xmlns:a16="http://schemas.microsoft.com/office/drawing/2014/main" id="{57C219F2-A1C3-80B2-BAB4-D4117ED4CBDC}"/>
              </a:ext>
            </a:extLst>
          </p:cNvPr>
          <p:cNvSpPr/>
          <p:nvPr userDrawn="1"/>
        </p:nvSpPr>
        <p:spPr>
          <a:xfrm>
            <a:off x="1739786" y="3275555"/>
            <a:ext cx="1939548" cy="1326790"/>
          </a:xfrm>
          <a:prstGeom prst="roundRect">
            <a:avLst>
              <a:gd name="adj" fmla="val 4204"/>
            </a:avLst>
          </a:prstGeom>
          <a:solidFill>
            <a:schemeClr val="bg1"/>
          </a:solidFill>
          <a:ln w="9525">
            <a:solidFill>
              <a:schemeClr val="accent4"/>
            </a:solidFill>
            <a:round/>
            <a:headEnd/>
            <a:tailEnd/>
          </a:ln>
          <a:effectLst>
            <a:outerShdw blurRad="381000" dist="177800" dir="2700000" algn="tl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7FBD18E-5045-C72A-4F10-7C0690E7C957}"/>
              </a:ext>
            </a:extLst>
          </p:cNvPr>
          <p:cNvSpPr/>
          <p:nvPr userDrawn="1"/>
        </p:nvSpPr>
        <p:spPr>
          <a:xfrm>
            <a:off x="1762580" y="1474583"/>
            <a:ext cx="1518662" cy="1488149"/>
          </a:xfrm>
          <a:prstGeom prst="roundRect">
            <a:avLst/>
          </a:prstGeom>
          <a:gradFill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  <a:prstDash val="dash"/>
          </a:ln>
          <a:effectLst>
            <a:outerShdw blurRad="317500" dist="127000" dir="5400000" algn="t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73">
            <a:extLst>
              <a:ext uri="{FF2B5EF4-FFF2-40B4-BE49-F238E27FC236}">
                <a16:creationId xmlns:a16="http://schemas.microsoft.com/office/drawing/2014/main" id="{C96C7E32-B31A-9E36-B818-FD9CE790B6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32181" y="1040773"/>
            <a:ext cx="871200" cy="86762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  <a:prstDash val="dash"/>
          </a:ln>
          <a:effectLst>
            <a:outerShdw blurRad="317500" dist="127000" dir="5400000" algn="t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E0B3393F-7DAF-A1B5-3CA2-0B57BCA00706}"/>
              </a:ext>
            </a:extLst>
          </p:cNvPr>
          <p:cNvSpPr/>
          <p:nvPr userDrawn="1"/>
        </p:nvSpPr>
        <p:spPr>
          <a:xfrm>
            <a:off x="6506317" y="1056633"/>
            <a:ext cx="1514164" cy="1144560"/>
          </a:xfrm>
          <a:prstGeom prst="roundRect">
            <a:avLst>
              <a:gd name="adj" fmla="val 4204"/>
            </a:avLst>
          </a:prstGeom>
          <a:solidFill>
            <a:schemeClr val="bg1"/>
          </a:solidFill>
          <a:ln w="34925" cap="rnd">
            <a:solidFill>
              <a:schemeClr val="accent4"/>
            </a:solidFill>
            <a:prstDash val="sysDot"/>
            <a:round/>
            <a:headEnd/>
            <a:tailEnd/>
          </a:ln>
          <a:effectLst>
            <a:outerShdw blurRad="381000" dist="177800" dir="2700000" algn="tl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Graphic 16">
            <a:extLst>
              <a:ext uri="{FF2B5EF4-FFF2-40B4-BE49-F238E27FC236}">
                <a16:creationId xmlns:a16="http://schemas.microsoft.com/office/drawing/2014/main" id="{E82B2227-7D4B-1CBC-28AB-52096A805601}"/>
              </a:ext>
            </a:extLst>
          </p:cNvPr>
          <p:cNvSpPr/>
          <p:nvPr userDrawn="1"/>
        </p:nvSpPr>
        <p:spPr>
          <a:xfrm>
            <a:off x="6096000" y="2706864"/>
            <a:ext cx="1516291" cy="1584897"/>
          </a:xfrm>
          <a:custGeom>
            <a:avLst/>
            <a:gdLst>
              <a:gd name="connsiteX0" fmla="*/ 0 w 6647890"/>
              <a:gd name="connsiteY0" fmla="*/ 6948681 h 6948681"/>
              <a:gd name="connsiteX1" fmla="*/ 5239987 w 6647890"/>
              <a:gd name="connsiteY1" fmla="*/ 6942869 h 6948681"/>
              <a:gd name="connsiteX2" fmla="*/ 5212324 w 6647890"/>
              <a:gd name="connsiteY2" fmla="*/ 6889844 h 6948681"/>
              <a:gd name="connsiteX3" fmla="*/ 5163363 w 6647890"/>
              <a:gd name="connsiteY3" fmla="*/ 6779900 h 6948681"/>
              <a:gd name="connsiteX4" fmla="*/ 5122908 w 6647890"/>
              <a:gd name="connsiteY4" fmla="*/ 6664717 h 6948681"/>
              <a:gd name="connsiteX5" fmla="*/ 5090835 w 6647890"/>
              <a:gd name="connsiteY5" fmla="*/ 6544231 h 6948681"/>
              <a:gd name="connsiteX6" fmla="*/ 5067079 w 6647890"/>
              <a:gd name="connsiteY6" fmla="*/ 6418379 h 6948681"/>
              <a:gd name="connsiteX7" fmla="*/ 5051514 w 6647890"/>
              <a:gd name="connsiteY7" fmla="*/ 6287161 h 6948681"/>
              <a:gd name="connsiteX8" fmla="*/ 5046788 w 6647890"/>
              <a:gd name="connsiteY8" fmla="*/ 6219444 h 6948681"/>
              <a:gd name="connsiteX9" fmla="*/ 5044079 w 6647890"/>
              <a:gd name="connsiteY9" fmla="*/ 6150449 h 6948681"/>
              <a:gd name="connsiteX10" fmla="*/ 5043386 w 6647890"/>
              <a:gd name="connsiteY10" fmla="*/ 6079985 h 6948681"/>
              <a:gd name="connsiteX11" fmla="*/ 5044709 w 6647890"/>
              <a:gd name="connsiteY11" fmla="*/ 6008179 h 6948681"/>
              <a:gd name="connsiteX12" fmla="*/ 5048049 w 6647890"/>
              <a:gd name="connsiteY12" fmla="*/ 5934968 h 6948681"/>
              <a:gd name="connsiteX13" fmla="*/ 5053342 w 6647890"/>
              <a:gd name="connsiteY13" fmla="*/ 5860287 h 6948681"/>
              <a:gd name="connsiteX14" fmla="*/ 5060588 w 6647890"/>
              <a:gd name="connsiteY14" fmla="*/ 5784265 h 6948681"/>
              <a:gd name="connsiteX15" fmla="*/ 5069851 w 6647890"/>
              <a:gd name="connsiteY15" fmla="*/ 5706773 h 6948681"/>
              <a:gd name="connsiteX16" fmla="*/ 5081005 w 6647890"/>
              <a:gd name="connsiteY16" fmla="*/ 5627877 h 6948681"/>
              <a:gd name="connsiteX17" fmla="*/ 5094111 w 6647890"/>
              <a:gd name="connsiteY17" fmla="*/ 5547574 h 6948681"/>
              <a:gd name="connsiteX18" fmla="*/ 5109172 w 6647890"/>
              <a:gd name="connsiteY18" fmla="*/ 5465802 h 6948681"/>
              <a:gd name="connsiteX19" fmla="*/ 5126122 w 6647890"/>
              <a:gd name="connsiteY19" fmla="*/ 5382561 h 6948681"/>
              <a:gd name="connsiteX20" fmla="*/ 5144963 w 6647890"/>
              <a:gd name="connsiteY20" fmla="*/ 5297851 h 6948681"/>
              <a:gd name="connsiteX21" fmla="*/ 5165757 w 6647890"/>
              <a:gd name="connsiteY21" fmla="*/ 5211671 h 6948681"/>
              <a:gd name="connsiteX22" fmla="*/ 5188379 w 6647890"/>
              <a:gd name="connsiteY22" fmla="*/ 5124022 h 6948681"/>
              <a:gd name="connsiteX23" fmla="*/ 5212891 w 6647890"/>
              <a:gd name="connsiteY23" fmla="*/ 5034904 h 6948681"/>
              <a:gd name="connsiteX24" fmla="*/ 5239294 w 6647890"/>
              <a:gd name="connsiteY24" fmla="*/ 4944316 h 6948681"/>
              <a:gd name="connsiteX25" fmla="*/ 5267524 w 6647890"/>
              <a:gd name="connsiteY25" fmla="*/ 4852195 h 6948681"/>
              <a:gd name="connsiteX26" fmla="*/ 5297644 w 6647890"/>
              <a:gd name="connsiteY26" fmla="*/ 4758605 h 6948681"/>
              <a:gd name="connsiteX27" fmla="*/ 5329529 w 6647890"/>
              <a:gd name="connsiteY27" fmla="*/ 4663417 h 6948681"/>
              <a:gd name="connsiteX28" fmla="*/ 5363241 w 6647890"/>
              <a:gd name="connsiteY28" fmla="*/ 4566824 h 6948681"/>
              <a:gd name="connsiteX29" fmla="*/ 5398780 w 6647890"/>
              <a:gd name="connsiteY29" fmla="*/ 4468634 h 6948681"/>
              <a:gd name="connsiteX30" fmla="*/ 5436147 w 6647890"/>
              <a:gd name="connsiteY30" fmla="*/ 4368911 h 6948681"/>
              <a:gd name="connsiteX31" fmla="*/ 5475278 w 6647890"/>
              <a:gd name="connsiteY31" fmla="*/ 4267655 h 6948681"/>
              <a:gd name="connsiteX32" fmla="*/ 5516236 w 6647890"/>
              <a:gd name="connsiteY32" fmla="*/ 4164801 h 6948681"/>
              <a:gd name="connsiteX33" fmla="*/ 5558897 w 6647890"/>
              <a:gd name="connsiteY33" fmla="*/ 4060414 h 6948681"/>
              <a:gd name="connsiteX34" fmla="*/ 5603321 w 6647890"/>
              <a:gd name="connsiteY34" fmla="*/ 3954494 h 6948681"/>
              <a:gd name="connsiteX35" fmla="*/ 5649509 w 6647890"/>
              <a:gd name="connsiteY35" fmla="*/ 3846977 h 6948681"/>
              <a:gd name="connsiteX36" fmla="*/ 5697462 w 6647890"/>
              <a:gd name="connsiteY36" fmla="*/ 3737863 h 6948681"/>
              <a:gd name="connsiteX37" fmla="*/ 5747117 w 6647890"/>
              <a:gd name="connsiteY37" fmla="*/ 3627152 h 6948681"/>
              <a:gd name="connsiteX38" fmla="*/ 5798473 w 6647890"/>
              <a:gd name="connsiteY38" fmla="*/ 3514907 h 6948681"/>
              <a:gd name="connsiteX39" fmla="*/ 5836659 w 6647890"/>
              <a:gd name="connsiteY39" fmla="*/ 3432241 h 6948681"/>
              <a:gd name="connsiteX40" fmla="*/ 5874845 w 6647890"/>
              <a:gd name="connsiteY40" fmla="*/ 3349447 h 6948681"/>
              <a:gd name="connsiteX41" fmla="*/ 5912904 w 6647890"/>
              <a:gd name="connsiteY41" fmla="*/ 3266526 h 6948681"/>
              <a:gd name="connsiteX42" fmla="*/ 5950902 w 6647890"/>
              <a:gd name="connsiteY42" fmla="*/ 3183540 h 6948681"/>
              <a:gd name="connsiteX43" fmla="*/ 5988646 w 6647890"/>
              <a:gd name="connsiteY43" fmla="*/ 3100427 h 6948681"/>
              <a:gd name="connsiteX44" fmla="*/ 6026076 w 6647890"/>
              <a:gd name="connsiteY44" fmla="*/ 3017313 h 6948681"/>
              <a:gd name="connsiteX45" fmla="*/ 6063191 w 6647890"/>
              <a:gd name="connsiteY45" fmla="*/ 2934072 h 6948681"/>
              <a:gd name="connsiteX46" fmla="*/ 6099802 w 6647890"/>
              <a:gd name="connsiteY46" fmla="*/ 2850831 h 6948681"/>
              <a:gd name="connsiteX47" fmla="*/ 6135908 w 6647890"/>
              <a:gd name="connsiteY47" fmla="*/ 2767526 h 6948681"/>
              <a:gd name="connsiteX48" fmla="*/ 6171448 w 6647890"/>
              <a:gd name="connsiteY48" fmla="*/ 2684221 h 6948681"/>
              <a:gd name="connsiteX49" fmla="*/ 6206231 w 6647890"/>
              <a:gd name="connsiteY49" fmla="*/ 2600916 h 6948681"/>
              <a:gd name="connsiteX50" fmla="*/ 6240321 w 6647890"/>
              <a:gd name="connsiteY50" fmla="*/ 2517611 h 6948681"/>
              <a:gd name="connsiteX51" fmla="*/ 6273592 w 6647890"/>
              <a:gd name="connsiteY51" fmla="*/ 2434243 h 6948681"/>
              <a:gd name="connsiteX52" fmla="*/ 6305918 w 6647890"/>
              <a:gd name="connsiteY52" fmla="*/ 2351002 h 6948681"/>
              <a:gd name="connsiteX53" fmla="*/ 6337298 w 6647890"/>
              <a:gd name="connsiteY53" fmla="*/ 2267761 h 6948681"/>
              <a:gd name="connsiteX54" fmla="*/ 6367608 w 6647890"/>
              <a:gd name="connsiteY54" fmla="*/ 2184519 h 6948681"/>
              <a:gd name="connsiteX55" fmla="*/ 6396783 w 6647890"/>
              <a:gd name="connsiteY55" fmla="*/ 2101406 h 6948681"/>
              <a:gd name="connsiteX56" fmla="*/ 6424761 w 6647890"/>
              <a:gd name="connsiteY56" fmla="*/ 2018293 h 6948681"/>
              <a:gd name="connsiteX57" fmla="*/ 6451415 w 6647890"/>
              <a:gd name="connsiteY57" fmla="*/ 1935307 h 6948681"/>
              <a:gd name="connsiteX58" fmla="*/ 6476746 w 6647890"/>
              <a:gd name="connsiteY58" fmla="*/ 1852449 h 6948681"/>
              <a:gd name="connsiteX59" fmla="*/ 6500692 w 6647890"/>
              <a:gd name="connsiteY59" fmla="*/ 1769656 h 6948681"/>
              <a:gd name="connsiteX60" fmla="*/ 6523061 w 6647890"/>
              <a:gd name="connsiteY60" fmla="*/ 1686989 h 6948681"/>
              <a:gd name="connsiteX61" fmla="*/ 6543855 w 6647890"/>
              <a:gd name="connsiteY61" fmla="*/ 1604451 h 6948681"/>
              <a:gd name="connsiteX62" fmla="*/ 6563012 w 6647890"/>
              <a:gd name="connsiteY62" fmla="*/ 1522104 h 6948681"/>
              <a:gd name="connsiteX63" fmla="*/ 6580403 w 6647890"/>
              <a:gd name="connsiteY63" fmla="*/ 1439885 h 6948681"/>
              <a:gd name="connsiteX64" fmla="*/ 6595967 w 6647890"/>
              <a:gd name="connsiteY64" fmla="*/ 1357794 h 6948681"/>
              <a:gd name="connsiteX65" fmla="*/ 6609642 w 6647890"/>
              <a:gd name="connsiteY65" fmla="*/ 1275959 h 6948681"/>
              <a:gd name="connsiteX66" fmla="*/ 6621362 w 6647890"/>
              <a:gd name="connsiteY66" fmla="*/ 1194251 h 6948681"/>
              <a:gd name="connsiteX67" fmla="*/ 6631065 w 6647890"/>
              <a:gd name="connsiteY67" fmla="*/ 1112735 h 6948681"/>
              <a:gd name="connsiteX68" fmla="*/ 6638627 w 6647890"/>
              <a:gd name="connsiteY68" fmla="*/ 1031474 h 6948681"/>
              <a:gd name="connsiteX69" fmla="*/ 6643983 w 6647890"/>
              <a:gd name="connsiteY69" fmla="*/ 950469 h 6948681"/>
              <a:gd name="connsiteX70" fmla="*/ 6647134 w 6647890"/>
              <a:gd name="connsiteY70" fmla="*/ 869655 h 6948681"/>
              <a:gd name="connsiteX71" fmla="*/ 6647890 w 6647890"/>
              <a:gd name="connsiteY71" fmla="*/ 789097 h 6948681"/>
              <a:gd name="connsiteX72" fmla="*/ 6646189 w 6647890"/>
              <a:gd name="connsiteY72" fmla="*/ 708795 h 6948681"/>
              <a:gd name="connsiteX73" fmla="*/ 6642030 w 6647890"/>
              <a:gd name="connsiteY73" fmla="*/ 628748 h 6948681"/>
              <a:gd name="connsiteX74" fmla="*/ 6635288 w 6647890"/>
              <a:gd name="connsiteY74" fmla="*/ 549084 h 6948681"/>
              <a:gd name="connsiteX75" fmla="*/ 6625899 w 6647890"/>
              <a:gd name="connsiteY75" fmla="*/ 469613 h 6948681"/>
              <a:gd name="connsiteX76" fmla="*/ 6613800 w 6647890"/>
              <a:gd name="connsiteY76" fmla="*/ 390524 h 6948681"/>
              <a:gd name="connsiteX77" fmla="*/ 6598866 w 6647890"/>
              <a:gd name="connsiteY77" fmla="*/ 311691 h 6948681"/>
              <a:gd name="connsiteX78" fmla="*/ 6581096 w 6647890"/>
              <a:gd name="connsiteY78" fmla="*/ 233241 h 6948681"/>
              <a:gd name="connsiteX79" fmla="*/ 6560365 w 6647890"/>
              <a:gd name="connsiteY79" fmla="*/ 155111 h 6948681"/>
              <a:gd name="connsiteX80" fmla="*/ 6536609 w 6647890"/>
              <a:gd name="connsiteY80" fmla="*/ 77364 h 6948681"/>
              <a:gd name="connsiteX81" fmla="*/ 6509702 w 6647890"/>
              <a:gd name="connsiteY81" fmla="*/ 0 h 6948681"/>
              <a:gd name="connsiteX82" fmla="*/ 0 w 6647890"/>
              <a:gd name="connsiteY82" fmla="*/ 15524 h 6948681"/>
              <a:gd name="connsiteX83" fmla="*/ 0 w 6647890"/>
              <a:gd name="connsiteY83" fmla="*/ 6948681 h 6948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647890" h="6948681">
                <a:moveTo>
                  <a:pt x="0" y="6948681"/>
                </a:moveTo>
                <a:lnTo>
                  <a:pt x="5239987" y="6942869"/>
                </a:lnTo>
                <a:lnTo>
                  <a:pt x="5212324" y="6889844"/>
                </a:lnTo>
                <a:lnTo>
                  <a:pt x="5163363" y="6779900"/>
                </a:lnTo>
                <a:lnTo>
                  <a:pt x="5122908" y="6664717"/>
                </a:lnTo>
                <a:lnTo>
                  <a:pt x="5090835" y="6544231"/>
                </a:lnTo>
                <a:lnTo>
                  <a:pt x="5067079" y="6418379"/>
                </a:lnTo>
                <a:lnTo>
                  <a:pt x="5051514" y="6287161"/>
                </a:lnTo>
                <a:lnTo>
                  <a:pt x="5046788" y="6219444"/>
                </a:lnTo>
                <a:lnTo>
                  <a:pt x="5044079" y="6150449"/>
                </a:lnTo>
                <a:lnTo>
                  <a:pt x="5043386" y="6079985"/>
                </a:lnTo>
                <a:lnTo>
                  <a:pt x="5044709" y="6008179"/>
                </a:lnTo>
                <a:lnTo>
                  <a:pt x="5048049" y="5934968"/>
                </a:lnTo>
                <a:lnTo>
                  <a:pt x="5053342" y="5860287"/>
                </a:lnTo>
                <a:lnTo>
                  <a:pt x="5060588" y="5784265"/>
                </a:lnTo>
                <a:lnTo>
                  <a:pt x="5069851" y="5706773"/>
                </a:lnTo>
                <a:lnTo>
                  <a:pt x="5081005" y="5627877"/>
                </a:lnTo>
                <a:lnTo>
                  <a:pt x="5094111" y="5547574"/>
                </a:lnTo>
                <a:lnTo>
                  <a:pt x="5109172" y="5465802"/>
                </a:lnTo>
                <a:lnTo>
                  <a:pt x="5126122" y="5382561"/>
                </a:lnTo>
                <a:lnTo>
                  <a:pt x="5144963" y="5297851"/>
                </a:lnTo>
                <a:lnTo>
                  <a:pt x="5165757" y="5211671"/>
                </a:lnTo>
                <a:lnTo>
                  <a:pt x="5188379" y="5124022"/>
                </a:lnTo>
                <a:lnTo>
                  <a:pt x="5212891" y="5034904"/>
                </a:lnTo>
                <a:lnTo>
                  <a:pt x="5239294" y="4944316"/>
                </a:lnTo>
                <a:lnTo>
                  <a:pt x="5267524" y="4852195"/>
                </a:lnTo>
                <a:lnTo>
                  <a:pt x="5297644" y="4758605"/>
                </a:lnTo>
                <a:lnTo>
                  <a:pt x="5329529" y="4663417"/>
                </a:lnTo>
                <a:lnTo>
                  <a:pt x="5363241" y="4566824"/>
                </a:lnTo>
                <a:lnTo>
                  <a:pt x="5398780" y="4468634"/>
                </a:lnTo>
                <a:lnTo>
                  <a:pt x="5436147" y="4368911"/>
                </a:lnTo>
                <a:lnTo>
                  <a:pt x="5475278" y="4267655"/>
                </a:lnTo>
                <a:lnTo>
                  <a:pt x="5516236" y="4164801"/>
                </a:lnTo>
                <a:lnTo>
                  <a:pt x="5558897" y="4060414"/>
                </a:lnTo>
                <a:lnTo>
                  <a:pt x="5603321" y="3954494"/>
                </a:lnTo>
                <a:lnTo>
                  <a:pt x="5649509" y="3846977"/>
                </a:lnTo>
                <a:lnTo>
                  <a:pt x="5697462" y="3737863"/>
                </a:lnTo>
                <a:lnTo>
                  <a:pt x="5747117" y="3627152"/>
                </a:lnTo>
                <a:lnTo>
                  <a:pt x="5798473" y="3514907"/>
                </a:lnTo>
                <a:lnTo>
                  <a:pt x="5836659" y="3432241"/>
                </a:lnTo>
                <a:lnTo>
                  <a:pt x="5874845" y="3349447"/>
                </a:lnTo>
                <a:lnTo>
                  <a:pt x="5912904" y="3266526"/>
                </a:lnTo>
                <a:lnTo>
                  <a:pt x="5950902" y="3183540"/>
                </a:lnTo>
                <a:lnTo>
                  <a:pt x="5988646" y="3100427"/>
                </a:lnTo>
                <a:lnTo>
                  <a:pt x="6026076" y="3017313"/>
                </a:lnTo>
                <a:lnTo>
                  <a:pt x="6063191" y="2934072"/>
                </a:lnTo>
                <a:lnTo>
                  <a:pt x="6099802" y="2850831"/>
                </a:lnTo>
                <a:lnTo>
                  <a:pt x="6135908" y="2767526"/>
                </a:lnTo>
                <a:lnTo>
                  <a:pt x="6171448" y="2684221"/>
                </a:lnTo>
                <a:lnTo>
                  <a:pt x="6206231" y="2600916"/>
                </a:lnTo>
                <a:lnTo>
                  <a:pt x="6240321" y="2517611"/>
                </a:lnTo>
                <a:lnTo>
                  <a:pt x="6273592" y="2434243"/>
                </a:lnTo>
                <a:lnTo>
                  <a:pt x="6305918" y="2351002"/>
                </a:lnTo>
                <a:lnTo>
                  <a:pt x="6337298" y="2267761"/>
                </a:lnTo>
                <a:lnTo>
                  <a:pt x="6367608" y="2184519"/>
                </a:lnTo>
                <a:lnTo>
                  <a:pt x="6396783" y="2101406"/>
                </a:lnTo>
                <a:lnTo>
                  <a:pt x="6424761" y="2018293"/>
                </a:lnTo>
                <a:lnTo>
                  <a:pt x="6451415" y="1935307"/>
                </a:lnTo>
                <a:lnTo>
                  <a:pt x="6476746" y="1852449"/>
                </a:lnTo>
                <a:lnTo>
                  <a:pt x="6500692" y="1769656"/>
                </a:lnTo>
                <a:lnTo>
                  <a:pt x="6523061" y="1686989"/>
                </a:lnTo>
                <a:lnTo>
                  <a:pt x="6543855" y="1604451"/>
                </a:lnTo>
                <a:lnTo>
                  <a:pt x="6563012" y="1522104"/>
                </a:lnTo>
                <a:lnTo>
                  <a:pt x="6580403" y="1439885"/>
                </a:lnTo>
                <a:lnTo>
                  <a:pt x="6595967" y="1357794"/>
                </a:lnTo>
                <a:lnTo>
                  <a:pt x="6609642" y="1275959"/>
                </a:lnTo>
                <a:lnTo>
                  <a:pt x="6621362" y="1194251"/>
                </a:lnTo>
                <a:lnTo>
                  <a:pt x="6631065" y="1112735"/>
                </a:lnTo>
                <a:lnTo>
                  <a:pt x="6638627" y="1031474"/>
                </a:lnTo>
                <a:lnTo>
                  <a:pt x="6643983" y="950469"/>
                </a:lnTo>
                <a:lnTo>
                  <a:pt x="6647134" y="869655"/>
                </a:lnTo>
                <a:lnTo>
                  <a:pt x="6647890" y="789097"/>
                </a:lnTo>
                <a:lnTo>
                  <a:pt x="6646189" y="708795"/>
                </a:lnTo>
                <a:lnTo>
                  <a:pt x="6642030" y="628748"/>
                </a:lnTo>
                <a:lnTo>
                  <a:pt x="6635288" y="549084"/>
                </a:lnTo>
                <a:lnTo>
                  <a:pt x="6625899" y="469613"/>
                </a:lnTo>
                <a:lnTo>
                  <a:pt x="6613800" y="390524"/>
                </a:lnTo>
                <a:lnTo>
                  <a:pt x="6598866" y="311691"/>
                </a:lnTo>
                <a:lnTo>
                  <a:pt x="6581096" y="233241"/>
                </a:lnTo>
                <a:lnTo>
                  <a:pt x="6560365" y="155111"/>
                </a:lnTo>
                <a:lnTo>
                  <a:pt x="6536609" y="77364"/>
                </a:lnTo>
                <a:lnTo>
                  <a:pt x="6509702" y="0"/>
                </a:lnTo>
                <a:lnTo>
                  <a:pt x="0" y="15524"/>
                </a:lnTo>
                <a:lnTo>
                  <a:pt x="0" y="6948681"/>
                </a:lnTo>
                <a:close/>
              </a:path>
            </a:pathLst>
          </a:custGeom>
          <a:solidFill>
            <a:schemeClr val="bg1"/>
          </a:solidFill>
          <a:ln w="6293" cap="flat">
            <a:noFill/>
            <a:prstDash val="solid"/>
            <a:miter/>
          </a:ln>
          <a:effectLst>
            <a:outerShdw blurRad="182291" dist="264873" dir="4693618" algn="t" rotWithShape="0">
              <a:prstClr val="black">
                <a:alpha val="7801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" name="Circle A">
            <a:extLst>
              <a:ext uri="{FF2B5EF4-FFF2-40B4-BE49-F238E27FC236}">
                <a16:creationId xmlns:a16="http://schemas.microsoft.com/office/drawing/2014/main" id="{02A8884D-0FB8-9C34-33E9-D085B941184B}"/>
              </a:ext>
            </a:extLst>
          </p:cNvPr>
          <p:cNvGrpSpPr/>
          <p:nvPr userDrawn="1"/>
        </p:nvGrpSpPr>
        <p:grpSpPr>
          <a:xfrm>
            <a:off x="496349" y="2287358"/>
            <a:ext cx="1517796" cy="1511558"/>
            <a:chOff x="4319286" y="2714768"/>
            <a:chExt cx="772855" cy="769678"/>
          </a:xfrm>
        </p:grpSpPr>
        <p:sp>
          <p:nvSpPr>
            <p:cNvPr id="12" name="Oval 73">
              <a:extLst>
                <a:ext uri="{FF2B5EF4-FFF2-40B4-BE49-F238E27FC236}">
                  <a16:creationId xmlns:a16="http://schemas.microsoft.com/office/drawing/2014/main" id="{664C3B4C-67CC-DB59-F089-C0094CD65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286" y="2714768"/>
              <a:ext cx="772855" cy="76967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  <a:effectLst>
              <a:outerShdw blurRad="317500" dist="127000" dir="5400000" algn="t" rotWithShape="0">
                <a:schemeClr val="tx2">
                  <a:alpha val="3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Texture">
              <a:extLst>
                <a:ext uri="{FF2B5EF4-FFF2-40B4-BE49-F238E27FC236}">
                  <a16:creationId xmlns:a16="http://schemas.microsoft.com/office/drawing/2014/main" id="{24191BF1-A094-4A1E-DBE0-B15298BBD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257" y="2754525"/>
              <a:ext cx="684000" cy="684000"/>
            </a:xfrm>
            <a:prstGeom prst="rect">
              <a:avLst/>
            </a:prstGeom>
          </p:spPr>
        </p:pic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6C118CE-A730-E9B0-16BF-D5F67FF2356E}"/>
              </a:ext>
            </a:extLst>
          </p:cNvPr>
          <p:cNvSpPr/>
          <p:nvPr userDrawn="1"/>
        </p:nvSpPr>
        <p:spPr>
          <a:xfrm>
            <a:off x="5623031" y="4748228"/>
            <a:ext cx="2236072" cy="9633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381000" dist="177800" dir="2700000" algn="tl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350" b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198918-925D-6808-7A86-28636FACE3FB}"/>
              </a:ext>
            </a:extLst>
          </p:cNvPr>
          <p:cNvSpPr/>
          <p:nvPr userDrawn="1"/>
        </p:nvSpPr>
        <p:spPr>
          <a:xfrm>
            <a:off x="3251163" y="2835089"/>
            <a:ext cx="963828" cy="963827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381000" dist="254000" dir="5400000" sx="80000" sy="80000" algn="t" rotWithShape="0">
              <a:schemeClr val="accent2">
                <a:alpha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96DB47B-07F2-0FE2-91D0-7C30D261A946}"/>
              </a:ext>
            </a:extLst>
          </p:cNvPr>
          <p:cNvSpPr/>
          <p:nvPr userDrawn="1"/>
        </p:nvSpPr>
        <p:spPr>
          <a:xfrm>
            <a:off x="644544" y="5301530"/>
            <a:ext cx="2236072" cy="9633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381000" dist="177800" dir="2700000" algn="tl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350" b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BBE58F-F851-6BDF-D47D-7ECC283AC5D2}"/>
              </a:ext>
            </a:extLst>
          </p:cNvPr>
          <p:cNvSpPr/>
          <p:nvPr userDrawn="1"/>
        </p:nvSpPr>
        <p:spPr>
          <a:xfrm>
            <a:off x="10962887" y="3163112"/>
            <a:ext cx="382555" cy="446391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  <a:prstDash val="dash"/>
          </a:ln>
          <a:effectLst>
            <a:outerShdw blurRad="317500" dist="127000" dir="5400000" algn="t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1DC7A-B918-F023-4061-E186B7FD3303}"/>
              </a:ext>
            </a:extLst>
          </p:cNvPr>
          <p:cNvSpPr/>
          <p:nvPr userDrawn="1"/>
        </p:nvSpPr>
        <p:spPr>
          <a:xfrm>
            <a:off x="10962887" y="3909561"/>
            <a:ext cx="382555" cy="446391"/>
          </a:xfrm>
          <a:prstGeom prst="rect">
            <a:avLst/>
          </a:prstGeom>
          <a:gradFill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  <a:prstDash val="dash"/>
          </a:ln>
          <a:effectLst>
            <a:outerShdw blurRad="317500" dist="127000" dir="5400000" algn="t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4134D3-D2B8-03C0-2F97-133C83303357}"/>
              </a:ext>
            </a:extLst>
          </p:cNvPr>
          <p:cNvSpPr/>
          <p:nvPr userDrawn="1"/>
        </p:nvSpPr>
        <p:spPr>
          <a:xfrm>
            <a:off x="10962887" y="4684002"/>
            <a:ext cx="382555" cy="4463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round/>
            <a:headEnd/>
            <a:tailEnd/>
          </a:ln>
          <a:effectLst>
            <a:outerShdw blurRad="381000" dist="177800" dir="2700000" algn="tl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124ECF-DA82-0192-303F-10290C656AC0}"/>
              </a:ext>
            </a:extLst>
          </p:cNvPr>
          <p:cNvSpPr/>
          <p:nvPr userDrawn="1"/>
        </p:nvSpPr>
        <p:spPr>
          <a:xfrm>
            <a:off x="9028439" y="4907197"/>
            <a:ext cx="382555" cy="446391"/>
          </a:xfrm>
          <a:prstGeom prst="rect">
            <a:avLst/>
          </a:prstGeom>
          <a:solidFill>
            <a:schemeClr val="bg1"/>
          </a:solidFill>
          <a:ln w="6293" cap="flat">
            <a:noFill/>
            <a:prstDash val="solid"/>
            <a:miter/>
          </a:ln>
          <a:effectLst>
            <a:outerShdw blurRad="182291" dist="264873" dir="4693618" algn="t" rotWithShape="0">
              <a:prstClr val="black">
                <a:alpha val="7801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1695D3-262B-6F30-8934-5F63B4C36944}"/>
              </a:ext>
            </a:extLst>
          </p:cNvPr>
          <p:cNvCxnSpPr>
            <a:cxnSpLocks/>
          </p:cNvCxnSpPr>
          <p:nvPr userDrawn="1"/>
        </p:nvCxnSpPr>
        <p:spPr>
          <a:xfrm>
            <a:off x="9818002" y="2092980"/>
            <a:ext cx="0" cy="784252"/>
          </a:xfrm>
          <a:prstGeom prst="line">
            <a:avLst/>
          </a:prstGeom>
          <a:ln w="25400" cap="rnd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526663D-83F5-ECA6-2472-E57D69AA2101}"/>
              </a:ext>
            </a:extLst>
          </p:cNvPr>
          <p:cNvSpPr/>
          <p:nvPr userDrawn="1"/>
        </p:nvSpPr>
        <p:spPr>
          <a:xfrm>
            <a:off x="10962887" y="2528630"/>
            <a:ext cx="382555" cy="446391"/>
          </a:xfrm>
          <a:prstGeom prst="rect">
            <a:avLst/>
          </a:prstGeom>
          <a:solidFill>
            <a:schemeClr val="bg1"/>
          </a:solidFill>
          <a:ln w="34925" cap="rnd">
            <a:solidFill>
              <a:schemeClr val="accent4"/>
            </a:solidFill>
            <a:prstDash val="sysDot"/>
            <a:round/>
            <a:headEnd/>
            <a:tailEnd/>
          </a:ln>
          <a:effectLst>
            <a:outerShdw blurRad="381000" dist="177800" dir="2700000" algn="tl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79DE8C-38FE-439C-6ED7-48BB9F3C8DE7}"/>
              </a:ext>
            </a:extLst>
          </p:cNvPr>
          <p:cNvSpPr/>
          <p:nvPr userDrawn="1"/>
        </p:nvSpPr>
        <p:spPr>
          <a:xfrm>
            <a:off x="10962887" y="1824729"/>
            <a:ext cx="382555" cy="446391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1"/>
              </a:gs>
              <a:gs pos="100000">
                <a:schemeClr val="tx2"/>
              </a:gs>
            </a:gsLst>
            <a:lin ang="2700000" scaled="0"/>
          </a:gradFill>
          <a:ln>
            <a:noFill/>
            <a:prstDash val="dash"/>
          </a:ln>
          <a:effectLst>
            <a:outerShdw blurRad="317500" dist="127000" dir="5400000" algn="t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934889-B63B-9A85-D853-6C51F9F19B57}"/>
              </a:ext>
            </a:extLst>
          </p:cNvPr>
          <p:cNvSpPr/>
          <p:nvPr userDrawn="1"/>
        </p:nvSpPr>
        <p:spPr>
          <a:xfrm>
            <a:off x="10962887" y="1056633"/>
            <a:ext cx="382555" cy="446391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bg2"/>
              </a:gs>
            </a:gsLst>
            <a:lin ang="2700000" scaled="0"/>
          </a:gradFill>
          <a:ln>
            <a:noFill/>
            <a:prstDash val="dash"/>
          </a:ln>
          <a:effectLst>
            <a:outerShdw blurRad="317500" dist="127000" dir="5400000" algn="t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7D6378-28AA-EAFE-85FB-B28268FB32E1}"/>
              </a:ext>
            </a:extLst>
          </p:cNvPr>
          <p:cNvSpPr/>
          <p:nvPr userDrawn="1"/>
        </p:nvSpPr>
        <p:spPr>
          <a:xfrm>
            <a:off x="9818002" y="1200352"/>
            <a:ext cx="382555" cy="446391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5"/>
              </a:gs>
            </a:gsLst>
            <a:lin ang="2700000" scaled="0"/>
          </a:gradFill>
          <a:ln>
            <a:noFill/>
            <a:prstDash val="dash"/>
          </a:ln>
          <a:effectLst>
            <a:outerShdw blurRad="317500" dist="127000" dir="5400000" algn="t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662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668A05-8818-4EA0-AE22-DFE3F745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99" y="365127"/>
            <a:ext cx="11397207" cy="41993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FCA79-F991-41BD-85FB-082F01C6D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399" y="1203770"/>
            <a:ext cx="11397207" cy="4973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08593-277D-4326-8CDB-15EBDB12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0994" y="6520637"/>
            <a:ext cx="724268" cy="18663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2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032CA26-C1CC-4617-876D-621EFCA9C4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52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75" r:id="rId2"/>
    <p:sldLayoutId id="2147483774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76" r:id="rId9"/>
    <p:sldLayoutId id="2147483777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9" r:id="rId26"/>
    <p:sldLayoutId id="2147483770" r:id="rId27"/>
    <p:sldLayoutId id="2147483771" r:id="rId28"/>
    <p:sldLayoutId id="2147483772" r:id="rId29"/>
    <p:sldLayoutId id="2147483773" r:id="rId30"/>
  </p:sldLayoutIdLst>
  <p:hf hdr="0" ftr="0" dt="0"/>
  <p:txStyles>
    <p:titleStyle>
      <a:lvl1pPr algn="l" defTabSz="914312" rtl="0" eaLnBrk="1" latinLnBrk="0" hangingPunct="1">
        <a:lnSpc>
          <a:spcPct val="100000"/>
        </a:lnSpc>
        <a:spcBef>
          <a:spcPct val="0"/>
        </a:spcBef>
        <a:buNone/>
        <a:defRPr sz="2729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1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2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3332" indent="-211780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1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59178" indent="-210817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516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57481" indent="-198303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21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44232" indent="-161723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092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57" indent="-228578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14" indent="-228578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69" indent="-228578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26" indent="-228578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4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image" Target="../media/image46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sv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microsoft.com/office/2007/relationships/hdphoto" Target="../media/hdphoto4.wdp"/><Relationship Id="rId3" Type="http://schemas.openxmlformats.org/officeDocument/2006/relationships/image" Target="../media/image48.svg"/><Relationship Id="rId7" Type="http://schemas.microsoft.com/office/2007/relationships/hdphoto" Target="../media/hdphoto2.wdp"/><Relationship Id="rId12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1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.jpeg"/><Relationship Id="rId5" Type="http://schemas.microsoft.com/office/2007/relationships/hdphoto" Target="../media/hdphoto6.wdp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microsoft.com/office/2007/relationships/hdphoto" Target="../media/hdphoto7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1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4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5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microsoft.com/office/2007/relationships/hdphoto" Target="../media/hdphoto12.wdp"/><Relationship Id="rId3" Type="http://schemas.openxmlformats.org/officeDocument/2006/relationships/image" Target="../media/image95.svg"/><Relationship Id="rId7" Type="http://schemas.microsoft.com/office/2007/relationships/hdphoto" Target="../media/hdphoto9.wdp"/><Relationship Id="rId12" Type="http://schemas.openxmlformats.org/officeDocument/2006/relationships/image" Target="../media/image82.png"/><Relationship Id="rId17" Type="http://schemas.microsoft.com/office/2007/relationships/hdphoto" Target="../media/hdphoto14.wdp"/><Relationship Id="rId2" Type="http://schemas.openxmlformats.org/officeDocument/2006/relationships/image" Target="../media/image77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9.png"/><Relationship Id="rId11" Type="http://schemas.microsoft.com/office/2007/relationships/hdphoto" Target="../media/hdphoto11.wdp"/><Relationship Id="rId5" Type="http://schemas.microsoft.com/office/2007/relationships/hdphoto" Target="../media/hdphoto8.wdp"/><Relationship Id="rId15" Type="http://schemas.microsoft.com/office/2007/relationships/hdphoto" Target="../media/hdphoto13.wdp"/><Relationship Id="rId10" Type="http://schemas.openxmlformats.org/officeDocument/2006/relationships/image" Target="../media/image81.png"/><Relationship Id="rId4" Type="http://schemas.openxmlformats.org/officeDocument/2006/relationships/image" Target="../media/image78.png"/><Relationship Id="rId9" Type="http://schemas.microsoft.com/office/2007/relationships/hdphoto" Target="../media/hdphoto10.wdp"/><Relationship Id="rId1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7" Type="http://schemas.microsoft.com/office/2007/relationships/hdphoto" Target="../media/hdphoto17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3.png"/><Relationship Id="rId5" Type="http://schemas.microsoft.com/office/2007/relationships/hdphoto" Target="../media/hdphoto16.wdp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1C7ED66D-EA43-4180-2469-B79F2FE702F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l="30969" r="14617"/>
          <a:stretch/>
        </p:blipFill>
        <p:spPr>
          <a:xfrm>
            <a:off x="7380206" y="0"/>
            <a:ext cx="4813676" cy="685762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E4CD890-7E05-456E-20F8-5BEDCD5E53F0}"/>
              </a:ext>
            </a:extLst>
          </p:cNvPr>
          <p:cNvGrpSpPr/>
          <p:nvPr/>
        </p:nvGrpSpPr>
        <p:grpSpPr>
          <a:xfrm>
            <a:off x="0" y="0"/>
            <a:ext cx="8989871" cy="6858000"/>
            <a:chOff x="0" y="0"/>
            <a:chExt cx="8989871" cy="6858000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ABA3827-0BB2-AEAE-E16E-8409DE0FAB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41981" y="0"/>
              <a:ext cx="6647890" cy="6858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7AAA748-9E8A-8B7C-9775-840405F2DC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0"/>
              <a:ext cx="6647890" cy="6858000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07EE9774-C8A5-D62E-D9ED-E2D9118024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BFD9B-5EE6-FA48-F948-5A2AE3E98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84BA76B6-6304-867F-A804-31EA3671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61" y="2265240"/>
            <a:ext cx="6721836" cy="2799613"/>
          </a:xfrm>
        </p:spPr>
        <p:txBody>
          <a:bodyPr/>
          <a:lstStyle/>
          <a:p>
            <a:r>
              <a:rPr lang="en-US"/>
              <a:t>Airtel Postpaid</a:t>
            </a:r>
            <a:br>
              <a:rPr lang="en-US"/>
            </a:br>
            <a:r>
              <a:rPr lang="en-US"/>
              <a:t>for &lt;Customer name&gt;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B77247F-4EF9-DA37-BC0E-74E40EF5A9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37823" y="5352742"/>
            <a:ext cx="6721773" cy="405664"/>
          </a:xfrm>
        </p:spPr>
        <p:txBody>
          <a:bodyPr/>
          <a:lstStyle/>
          <a:p>
            <a:r>
              <a:rPr lang="en-US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375752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40">
            <a:extLst>
              <a:ext uri="{FF2B5EF4-FFF2-40B4-BE49-F238E27FC236}">
                <a16:creationId xmlns:a16="http://schemas.microsoft.com/office/drawing/2014/main" id="{D6272CDF-EE77-1726-F1F5-34BA37A3370D}"/>
              </a:ext>
            </a:extLst>
          </p:cNvPr>
          <p:cNvSpPr/>
          <p:nvPr/>
        </p:nvSpPr>
        <p:spPr>
          <a:xfrm>
            <a:off x="397401" y="1456453"/>
            <a:ext cx="11397198" cy="4447943"/>
          </a:xfrm>
          <a:prstGeom prst="roundRect">
            <a:avLst>
              <a:gd name="adj" fmla="val 3414"/>
            </a:avLst>
          </a:prstGeom>
          <a:solidFill>
            <a:schemeClr val="tx2"/>
          </a:solidFill>
          <a:ln>
            <a:solidFill>
              <a:srgbClr val="232A3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66">
            <a:extLst>
              <a:ext uri="{FF2B5EF4-FFF2-40B4-BE49-F238E27FC236}">
                <a16:creationId xmlns:a16="http://schemas.microsoft.com/office/drawing/2014/main" id="{96B4B7BA-3A32-18B0-E2FC-ECB13F8B642E}"/>
              </a:ext>
            </a:extLst>
          </p:cNvPr>
          <p:cNvSpPr/>
          <p:nvPr/>
        </p:nvSpPr>
        <p:spPr>
          <a:xfrm>
            <a:off x="893550" y="2241821"/>
            <a:ext cx="10404900" cy="3159726"/>
          </a:xfrm>
          <a:prstGeom prst="roundRect">
            <a:avLst>
              <a:gd name="adj" fmla="val 3996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0DB424E1-2453-4DD2-E514-98323CA2FB04}"/>
              </a:ext>
            </a:extLst>
          </p:cNvPr>
          <p:cNvSpPr/>
          <p:nvPr/>
        </p:nvSpPr>
        <p:spPr>
          <a:xfrm>
            <a:off x="397401" y="6065144"/>
            <a:ext cx="11397195" cy="41735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87"/>
          </a:xfrm>
        </p:spPr>
        <p:txBody>
          <a:bodyPr/>
          <a:lstStyle/>
          <a:p>
            <a:r>
              <a:rPr lang="en-US"/>
              <a:t>Working from home, remotely 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DE725-4676-6D0F-D1CA-27E77AEE45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on-the-go has become a part of our daily life..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C81815-9E33-36B8-C578-89E07164955E}"/>
              </a:ext>
            </a:extLst>
          </p:cNvPr>
          <p:cNvSpPr/>
          <p:nvPr/>
        </p:nvSpPr>
        <p:spPr>
          <a:xfrm>
            <a:off x="1118519" y="2521695"/>
            <a:ext cx="2599978" cy="25999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E224D-0CE3-5D10-75AA-54E061431218}"/>
              </a:ext>
            </a:extLst>
          </p:cNvPr>
          <p:cNvSpPr txBox="1"/>
          <p:nvPr/>
        </p:nvSpPr>
        <p:spPr>
          <a:xfrm>
            <a:off x="3844284" y="2779649"/>
            <a:ext cx="2208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cs typeface="Arial" panose="020B0604020202020204" pitchFamily="34" charset="0"/>
              </a:rPr>
              <a:t>Stronger Indoor / Outdoor Coverage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CA6C0-3FE0-1F04-D19F-154486032107}"/>
              </a:ext>
            </a:extLst>
          </p:cNvPr>
          <p:cNvSpPr txBox="1"/>
          <p:nvPr/>
        </p:nvSpPr>
        <p:spPr>
          <a:xfrm>
            <a:off x="3844284" y="3545025"/>
            <a:ext cx="21428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cs typeface="Arial" panose="020B0604020202020204" pitchFamily="34" charset="0"/>
              </a:rPr>
              <a:t>To ensure seamless calls &amp; internet connectivity in both densely populated as well as remote locations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CA3BF8-367A-754A-B7B3-504AF9D2B19F}"/>
              </a:ext>
            </a:extLst>
          </p:cNvPr>
          <p:cNvCxnSpPr>
            <a:cxnSpLocks/>
          </p:cNvCxnSpPr>
          <p:nvPr/>
        </p:nvCxnSpPr>
        <p:spPr>
          <a:xfrm>
            <a:off x="6134100" y="2717369"/>
            <a:ext cx="0" cy="2208630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0CC046E-8E50-C733-561C-D2DFF92A57E4}"/>
              </a:ext>
            </a:extLst>
          </p:cNvPr>
          <p:cNvSpPr txBox="1"/>
          <p:nvPr/>
        </p:nvSpPr>
        <p:spPr>
          <a:xfrm>
            <a:off x="9033476" y="2815383"/>
            <a:ext cx="1922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cs typeface="Arial" panose="020B0604020202020204" pitchFamily="34" charset="0"/>
              </a:rPr>
              <a:t>More </a:t>
            </a:r>
            <a:br>
              <a:rPr lang="en-US" b="1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US" b="1">
                <a:solidFill>
                  <a:schemeClr val="bg1"/>
                </a:solidFill>
                <a:cs typeface="Arial" panose="020B0604020202020204" pitchFamily="34" charset="0"/>
              </a:rPr>
              <a:t>Mobile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62890-AF6C-7CCA-7E49-AF2D89726434}"/>
              </a:ext>
            </a:extLst>
          </p:cNvPr>
          <p:cNvSpPr txBox="1"/>
          <p:nvPr/>
        </p:nvSpPr>
        <p:spPr>
          <a:xfrm>
            <a:off x="9033477" y="3580758"/>
            <a:ext cx="2084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cs typeface="Arial" panose="020B0604020202020204" pitchFamily="34" charset="0"/>
              </a:rPr>
              <a:t>Surplus mobile internet to accommodate higher data usage in today’s highly digital workspaces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CC2FAB2-3136-FE07-3434-AE3CE44A1F22}"/>
              </a:ext>
            </a:extLst>
          </p:cNvPr>
          <p:cNvSpPr txBox="1">
            <a:spLocks/>
          </p:cNvSpPr>
          <p:nvPr/>
        </p:nvSpPr>
        <p:spPr>
          <a:xfrm>
            <a:off x="905262" y="1710106"/>
            <a:ext cx="10393187" cy="3877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Hybrid and Remote working requirements has created increased need for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FE2FE0-0634-4F4C-23D4-39B737EE0923}"/>
              </a:ext>
            </a:extLst>
          </p:cNvPr>
          <p:cNvSpPr txBox="1"/>
          <p:nvPr/>
        </p:nvSpPr>
        <p:spPr>
          <a:xfrm>
            <a:off x="1509650" y="6074766"/>
            <a:ext cx="9204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Airtel</a:t>
            </a:r>
            <a:r>
              <a:rPr 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a</a:t>
            </a:r>
            <a:r>
              <a:rPr 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 Experience...</a:t>
            </a:r>
          </a:p>
        </p:txBody>
      </p:sp>
      <p:pic>
        <p:nvPicPr>
          <p:cNvPr id="17" name="Picture 2" descr="Consulting by phone">
            <a:extLst>
              <a:ext uri="{FF2B5EF4-FFF2-40B4-BE49-F238E27FC236}">
                <a16:creationId xmlns:a16="http://schemas.microsoft.com/office/drawing/2014/main" id="{6F709480-BF77-F10C-40A5-97BD522ABA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30" t="1955" r="32288" b="1955"/>
          <a:stretch/>
        </p:blipFill>
        <p:spPr bwMode="auto">
          <a:xfrm>
            <a:off x="1236483" y="2637284"/>
            <a:ext cx="2364051" cy="2368800"/>
          </a:xfrm>
          <a:prstGeom prst="ellipse">
            <a:avLst/>
          </a:prstGeom>
          <a:noFill/>
          <a:ln>
            <a:solidFill>
              <a:schemeClr val="accent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9453F304-964D-6C69-9F80-A6EE2959D0D3}"/>
              </a:ext>
            </a:extLst>
          </p:cNvPr>
          <p:cNvSpPr/>
          <p:nvPr/>
        </p:nvSpPr>
        <p:spPr>
          <a:xfrm>
            <a:off x="6370037" y="2521695"/>
            <a:ext cx="2599978" cy="25999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5345BE12-8ABE-20B0-C1E5-DB6001550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600" b="16600"/>
          <a:stretch/>
        </p:blipFill>
        <p:spPr bwMode="auto">
          <a:xfrm>
            <a:off x="6486304" y="2635584"/>
            <a:ext cx="2367444" cy="2372200"/>
          </a:xfrm>
          <a:prstGeom prst="ellipse">
            <a:avLst/>
          </a:prstGeom>
          <a:noFill/>
          <a:ln>
            <a:solidFill>
              <a:schemeClr val="accent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56A821-478E-D0F8-1226-F20E7C1D145E}"/>
              </a:ext>
            </a:extLst>
          </p:cNvPr>
          <p:cNvCxnSpPr>
            <a:cxnSpLocks/>
          </p:cNvCxnSpPr>
          <p:nvPr/>
        </p:nvCxnSpPr>
        <p:spPr>
          <a:xfrm>
            <a:off x="3964033" y="3494194"/>
            <a:ext cx="998621" cy="0"/>
          </a:xfrm>
          <a:prstGeom prst="line">
            <a:avLst/>
          </a:prstGeom>
          <a:ln w="38100" cap="rnd">
            <a:solidFill>
              <a:schemeClr val="accent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52739E-1FC0-7DD8-B92E-6B4ED1C04F7D}"/>
              </a:ext>
            </a:extLst>
          </p:cNvPr>
          <p:cNvCxnSpPr>
            <a:cxnSpLocks/>
          </p:cNvCxnSpPr>
          <p:nvPr/>
        </p:nvCxnSpPr>
        <p:spPr>
          <a:xfrm>
            <a:off x="9136108" y="3494194"/>
            <a:ext cx="998621" cy="0"/>
          </a:xfrm>
          <a:prstGeom prst="line">
            <a:avLst/>
          </a:prstGeom>
          <a:ln w="38100" cap="rnd">
            <a:solidFill>
              <a:schemeClr val="accent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 animBg="1"/>
      <p:bldP spid="9" grpId="0" animBg="1"/>
      <p:bldP spid="10" grpId="0"/>
      <p:bldP spid="11" grpId="0"/>
      <p:bldP spid="13" grpId="0"/>
      <p:bldP spid="14" grpId="0"/>
      <p:bldP spid="15" grpId="0"/>
      <p:bldP spid="16" grpId="0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4E937CF-FC84-2CEA-B193-942C6D026513}"/>
              </a:ext>
            </a:extLst>
          </p:cNvPr>
          <p:cNvSpPr/>
          <p:nvPr/>
        </p:nvSpPr>
        <p:spPr>
          <a:xfrm rot="10800000">
            <a:off x="451419" y="1312083"/>
            <a:ext cx="11298411" cy="5208553"/>
          </a:xfrm>
          <a:prstGeom prst="round2SameRect">
            <a:avLst>
              <a:gd name="adj1" fmla="val 5655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>
            <a:outerShdw blurRad="355600" dist="152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Corporate Postpaid?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C9C8E-AC3D-2871-148D-538CFDEADD1A}"/>
              </a:ext>
            </a:extLst>
          </p:cNvPr>
          <p:cNvSpPr/>
          <p:nvPr/>
        </p:nvSpPr>
        <p:spPr>
          <a:xfrm>
            <a:off x="5539206" y="5022696"/>
            <a:ext cx="1146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Customize </a:t>
            </a:r>
            <a:b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Hello Tunes</a:t>
            </a:r>
            <a:endParaRPr lang="en-IN" sz="140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B0716-3B74-294F-DAD8-AC97D0E75ADC}"/>
              </a:ext>
            </a:extLst>
          </p:cNvPr>
          <p:cNvSpPr/>
          <p:nvPr/>
        </p:nvSpPr>
        <p:spPr>
          <a:xfrm>
            <a:off x="5553889" y="1888495"/>
            <a:ext cx="17443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Retain </a:t>
            </a:r>
            <a:br>
              <a:rPr kumimoji="0" lang="en-IN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IN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contact numbers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F1598B-8476-FB65-503B-45F674F0BF99}"/>
              </a:ext>
            </a:extLst>
          </p:cNvPr>
          <p:cNvSpPr/>
          <p:nvPr/>
        </p:nvSpPr>
        <p:spPr>
          <a:xfrm>
            <a:off x="5549477" y="2927022"/>
            <a:ext cx="17443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Save 18% GST on total rental</a:t>
            </a:r>
            <a:endParaRPr lang="en-IN" sz="140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6B84F-D118-AA79-CC79-7A86D137857A}"/>
              </a:ext>
            </a:extLst>
          </p:cNvPr>
          <p:cNvSpPr/>
          <p:nvPr/>
        </p:nvSpPr>
        <p:spPr>
          <a:xfrm>
            <a:off x="9312964" y="2963243"/>
            <a:ext cx="1276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Airtel Thanks </a:t>
            </a:r>
            <a:b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for Business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7CB2C6-229A-8417-63CA-8912DF03B6C8}"/>
              </a:ext>
            </a:extLst>
          </p:cNvPr>
          <p:cNvSpPr/>
          <p:nvPr/>
        </p:nvSpPr>
        <p:spPr>
          <a:xfrm>
            <a:off x="9321613" y="1835105"/>
            <a:ext cx="165658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Dedicated </a:t>
            </a:r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Relationship Manager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31729-3044-1F24-F6AC-CD5567236790}"/>
              </a:ext>
            </a:extLst>
          </p:cNvPr>
          <p:cNvSpPr/>
          <p:nvPr/>
        </p:nvSpPr>
        <p:spPr>
          <a:xfrm>
            <a:off x="5584941" y="3987422"/>
            <a:ext cx="1092933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/>
              </a:rPr>
              <a:t>Trace </a:t>
            </a:r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/>
              </a:rPr>
              <a:t>Mate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/>
              </a:rPr>
              <a:t>Facility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DEAAB4-F6A2-8025-BDD3-B560C64D4E27}"/>
              </a:ext>
            </a:extLst>
          </p:cNvPr>
          <p:cNvSpPr/>
          <p:nvPr/>
        </p:nvSpPr>
        <p:spPr>
          <a:xfrm>
            <a:off x="1705625" y="4164168"/>
            <a:ext cx="17115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Connectivity</a:t>
            </a:r>
            <a:r>
              <a:rPr kumimoji="0" lang="en-IN" sz="1400" i="0" u="none" strike="noStrike" kern="1200" cap="none" spc="0" normalizeH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 on the Go | </a:t>
            </a: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Mi-Fi Devices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85BFBE-630E-12FC-5B76-28CB275DFF74}"/>
              </a:ext>
            </a:extLst>
          </p:cNvPr>
          <p:cNvSpPr/>
          <p:nvPr/>
        </p:nvSpPr>
        <p:spPr>
          <a:xfrm>
            <a:off x="1701557" y="1888495"/>
            <a:ext cx="1744319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/>
              </a:rPr>
              <a:t>First to launch 5G services in India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A63EF6-E983-1830-37EB-BEB9F79E5931}"/>
              </a:ext>
            </a:extLst>
          </p:cNvPr>
          <p:cNvSpPr/>
          <p:nvPr/>
        </p:nvSpPr>
        <p:spPr>
          <a:xfrm>
            <a:off x="1698524" y="3050701"/>
            <a:ext cx="1440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100% Network assurance</a:t>
            </a:r>
          </a:p>
        </p:txBody>
      </p:sp>
      <p:sp>
        <p:nvSpPr>
          <p:cNvPr id="42" name="Rectangle: Rounded Corners 47">
            <a:extLst>
              <a:ext uri="{FF2B5EF4-FFF2-40B4-BE49-F238E27FC236}">
                <a16:creationId xmlns:a16="http://schemas.microsoft.com/office/drawing/2014/main" id="{9CEB882D-B333-BED1-861D-1C3D05D7E9B1}"/>
              </a:ext>
            </a:extLst>
          </p:cNvPr>
          <p:cNvSpPr/>
          <p:nvPr/>
        </p:nvSpPr>
        <p:spPr>
          <a:xfrm>
            <a:off x="451420" y="1065419"/>
            <a:ext cx="11298411" cy="506296"/>
          </a:xfrm>
          <a:prstGeom prst="roundRect">
            <a:avLst>
              <a:gd name="adj" fmla="val 18464"/>
            </a:avLst>
          </a:prstGeom>
          <a:solidFill>
            <a:schemeClr val="tx2"/>
          </a:solidFill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itle 2">
            <a:extLst>
              <a:ext uri="{FF2B5EF4-FFF2-40B4-BE49-F238E27FC236}">
                <a16:creationId xmlns:a16="http://schemas.microsoft.com/office/drawing/2014/main" id="{A8906818-5A96-AC2C-D384-DCC3E8BBB0E0}"/>
              </a:ext>
            </a:extLst>
          </p:cNvPr>
          <p:cNvSpPr txBox="1">
            <a:spLocks/>
          </p:cNvSpPr>
          <p:nvPr/>
        </p:nvSpPr>
        <p:spPr>
          <a:xfrm>
            <a:off x="988120" y="1065929"/>
            <a:ext cx="2512041" cy="514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/>
                <a:ea typeface="+mj-lt"/>
                <a:cs typeface="Arial"/>
              </a:rPr>
              <a:t>STRONG NETWORK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4" name="Title 2">
            <a:extLst>
              <a:ext uri="{FF2B5EF4-FFF2-40B4-BE49-F238E27FC236}">
                <a16:creationId xmlns:a16="http://schemas.microsoft.com/office/drawing/2014/main" id="{4D307F1B-1DA6-F6A7-4A5A-F49BC085F822}"/>
              </a:ext>
            </a:extLst>
          </p:cNvPr>
          <p:cNvSpPr txBox="1">
            <a:spLocks/>
          </p:cNvSpPr>
          <p:nvPr/>
        </p:nvSpPr>
        <p:spPr>
          <a:xfrm>
            <a:off x="8537899" y="1072074"/>
            <a:ext cx="2283805" cy="514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/>
                <a:ea typeface="+mj-lt"/>
                <a:cs typeface="Arial"/>
              </a:rPr>
              <a:t>GREAT SERVICE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5" name="Title 2">
            <a:extLst>
              <a:ext uri="{FF2B5EF4-FFF2-40B4-BE49-F238E27FC236}">
                <a16:creationId xmlns:a16="http://schemas.microsoft.com/office/drawing/2014/main" id="{45904873-C387-770B-CB77-D43BAE24E640}"/>
              </a:ext>
            </a:extLst>
          </p:cNvPr>
          <p:cNvSpPr txBox="1">
            <a:spLocks/>
          </p:cNvSpPr>
          <p:nvPr/>
        </p:nvSpPr>
        <p:spPr>
          <a:xfrm>
            <a:off x="4812076" y="1072074"/>
            <a:ext cx="2512040" cy="514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Arial"/>
                <a:ea typeface="+mj-lt"/>
                <a:cs typeface="Arial"/>
              </a:rPr>
              <a:t>EXCLUSIVE BENEFITS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82F9F7-7A4A-8384-D0F5-8276658B9272}"/>
              </a:ext>
            </a:extLst>
          </p:cNvPr>
          <p:cNvSpPr/>
          <p:nvPr/>
        </p:nvSpPr>
        <p:spPr>
          <a:xfrm>
            <a:off x="9321613" y="3875937"/>
            <a:ext cx="1702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Dedicated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noProof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Account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noProof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Helpline</a:t>
            </a:r>
            <a:endParaRPr lang="en-IN" sz="140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DC9C63-A854-00F7-BFEC-F178ACAC9616}"/>
              </a:ext>
            </a:extLst>
          </p:cNvPr>
          <p:cNvSpPr/>
          <p:nvPr/>
        </p:nvSpPr>
        <p:spPr>
          <a:xfrm>
            <a:off x="9321614" y="4950686"/>
            <a:ext cx="13483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Dedicated</a:t>
            </a:r>
            <a:endParaRPr lang="en-IN" sz="1400" baseline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e</a:t>
            </a:r>
            <a:r>
              <a:rPr kumimoji="0" lang="en-IN" sz="1400" i="0" u="none" strike="noStrike" kern="1200" cap="none" spc="0" normalizeH="0" noProof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Arial" panose="020B0604020202020204" pitchFamily="34" charset="0"/>
              </a:rPr>
              <a:t>mai</a:t>
            </a:r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l support system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8E5CF6F-A17C-AAEC-BEFA-37C3E4CE0973}"/>
              </a:ext>
            </a:extLst>
          </p:cNvPr>
          <p:cNvCxnSpPr>
            <a:cxnSpLocks/>
          </p:cNvCxnSpPr>
          <p:nvPr/>
        </p:nvCxnSpPr>
        <p:spPr>
          <a:xfrm>
            <a:off x="4366260" y="1072074"/>
            <a:ext cx="0" cy="50840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A3BF69B-0D26-69C5-55BE-926FA4502A17}"/>
              </a:ext>
            </a:extLst>
          </p:cNvPr>
          <p:cNvGrpSpPr/>
          <p:nvPr/>
        </p:nvGrpSpPr>
        <p:grpSpPr>
          <a:xfrm>
            <a:off x="1025887" y="2997311"/>
            <a:ext cx="630000" cy="630000"/>
            <a:chOff x="1025887" y="2997311"/>
            <a:chExt cx="630000" cy="63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B0CC42E-D464-32FC-7921-5739DC505F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887" y="2997311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0498B36-A91B-E05E-3C78-DA13019A1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0645" y="3128098"/>
              <a:ext cx="371991" cy="371991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CC6FC11-0FC3-FFD8-5BBE-06589C8BE5FB}"/>
              </a:ext>
            </a:extLst>
          </p:cNvPr>
          <p:cNvCxnSpPr>
            <a:cxnSpLocks/>
          </p:cNvCxnSpPr>
          <p:nvPr/>
        </p:nvCxnSpPr>
        <p:spPr>
          <a:xfrm>
            <a:off x="4366260" y="1571715"/>
            <a:ext cx="0" cy="4948921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10C9EF1-B6FD-CDEB-F0DE-5E226F57620F}"/>
              </a:ext>
            </a:extLst>
          </p:cNvPr>
          <p:cNvCxnSpPr>
            <a:cxnSpLocks/>
          </p:cNvCxnSpPr>
          <p:nvPr/>
        </p:nvCxnSpPr>
        <p:spPr>
          <a:xfrm>
            <a:off x="8168640" y="1072074"/>
            <a:ext cx="0" cy="50840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D6438B5-34CD-B56E-4A7C-DFC720D814E9}"/>
              </a:ext>
            </a:extLst>
          </p:cNvPr>
          <p:cNvCxnSpPr>
            <a:cxnSpLocks/>
          </p:cNvCxnSpPr>
          <p:nvPr/>
        </p:nvCxnSpPr>
        <p:spPr>
          <a:xfrm>
            <a:off x="8168640" y="1571715"/>
            <a:ext cx="0" cy="4948921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2F2059-4DAB-A3B0-B7DB-A0F00205A065}"/>
              </a:ext>
            </a:extLst>
          </p:cNvPr>
          <p:cNvGrpSpPr/>
          <p:nvPr/>
        </p:nvGrpSpPr>
        <p:grpSpPr>
          <a:xfrm>
            <a:off x="1025887" y="4110778"/>
            <a:ext cx="630000" cy="630000"/>
            <a:chOff x="1025887" y="4110778"/>
            <a:chExt cx="630000" cy="63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85DDF9B-C800-D90A-1C1C-246AACD52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887" y="4110778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46AD9249-799F-14AA-EFD7-699ADD93C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370" y="4237503"/>
              <a:ext cx="338174" cy="338174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C9F7D49-2DC7-4E05-E6EA-A8AB1F859D19}"/>
              </a:ext>
            </a:extLst>
          </p:cNvPr>
          <p:cNvGrpSpPr/>
          <p:nvPr/>
        </p:nvGrpSpPr>
        <p:grpSpPr>
          <a:xfrm>
            <a:off x="1014020" y="1835105"/>
            <a:ext cx="630000" cy="630000"/>
            <a:chOff x="1014020" y="1835105"/>
            <a:chExt cx="630000" cy="63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B9E39EE-BBFF-205C-FF77-DC84EEB999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4020" y="1835105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cs typeface="Arial" panose="020B0604020202020204" pitchFamily="34" charset="0"/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8A12B24-1512-1247-5718-EC61A3D41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175305" y="1996390"/>
              <a:ext cx="307431" cy="30743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63B9BD-5AC7-0530-F8A9-04FFE62B9704}"/>
              </a:ext>
            </a:extLst>
          </p:cNvPr>
          <p:cNvGrpSpPr/>
          <p:nvPr/>
        </p:nvGrpSpPr>
        <p:grpSpPr>
          <a:xfrm>
            <a:off x="4874150" y="1835105"/>
            <a:ext cx="630000" cy="630000"/>
            <a:chOff x="4874150" y="1835105"/>
            <a:chExt cx="630000" cy="63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3160D3-33AE-6AAC-BB37-4A52E2992C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74150" y="1835105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3B2A811D-7A48-C7F5-E41B-26A5DC8A0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000238" y="1993502"/>
              <a:ext cx="338174" cy="338174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174280A-A69C-BB3D-76E9-69A9E2846595}"/>
              </a:ext>
            </a:extLst>
          </p:cNvPr>
          <p:cNvGrpSpPr/>
          <p:nvPr/>
        </p:nvGrpSpPr>
        <p:grpSpPr>
          <a:xfrm>
            <a:off x="4874150" y="2873632"/>
            <a:ext cx="630000" cy="630000"/>
            <a:chOff x="4874150" y="2873632"/>
            <a:chExt cx="630000" cy="630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3791AC7-32E0-F75B-0A91-8D583C8186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74150" y="2873632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95E929C-CE19-A180-C1AE-970C0009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5034651" y="3050701"/>
              <a:ext cx="307431" cy="30743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845C37-4B32-490A-AC1C-6F457E331E43}"/>
              </a:ext>
            </a:extLst>
          </p:cNvPr>
          <p:cNvGrpSpPr/>
          <p:nvPr/>
        </p:nvGrpSpPr>
        <p:grpSpPr>
          <a:xfrm>
            <a:off x="4862427" y="3930778"/>
            <a:ext cx="630000" cy="630000"/>
            <a:chOff x="4862427" y="3930778"/>
            <a:chExt cx="630000" cy="63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F6C550F-1B82-97EA-268D-E34B54B659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62427" y="3930778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D83A52C5-3031-2C30-A427-F94408CD0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976684" y="4046175"/>
              <a:ext cx="371991" cy="3719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B82523-DA3B-8719-5DCF-5939107B7D72}"/>
              </a:ext>
            </a:extLst>
          </p:cNvPr>
          <p:cNvGrpSpPr/>
          <p:nvPr/>
        </p:nvGrpSpPr>
        <p:grpSpPr>
          <a:xfrm>
            <a:off x="4862427" y="4969306"/>
            <a:ext cx="630000" cy="630000"/>
            <a:chOff x="4862427" y="4969306"/>
            <a:chExt cx="630000" cy="63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B0048F9-1DD4-8456-E16E-F7ABBB971C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62427" y="4969306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45900AA-DA2F-966A-5D1F-0227E15CC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980987" y="5098311"/>
              <a:ext cx="371991" cy="3719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D399C9-A4AF-66B1-011A-018173E8B022}"/>
              </a:ext>
            </a:extLst>
          </p:cNvPr>
          <p:cNvGrpSpPr/>
          <p:nvPr/>
        </p:nvGrpSpPr>
        <p:grpSpPr>
          <a:xfrm>
            <a:off x="8629207" y="3939305"/>
            <a:ext cx="630000" cy="630000"/>
            <a:chOff x="8629207" y="3939305"/>
            <a:chExt cx="630000" cy="630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05223A8-D1B0-AC29-C2DD-CC08C77199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9207" y="3939305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DB97AC9-AB67-139A-1F26-117F0CA9F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8732007" y="4049710"/>
              <a:ext cx="409190" cy="40919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D042B2-267A-3652-C5E8-532D6B1DCBAA}"/>
              </a:ext>
            </a:extLst>
          </p:cNvPr>
          <p:cNvGrpSpPr/>
          <p:nvPr/>
        </p:nvGrpSpPr>
        <p:grpSpPr>
          <a:xfrm>
            <a:off x="8629207" y="5014054"/>
            <a:ext cx="630000" cy="630000"/>
            <a:chOff x="8629207" y="5014054"/>
            <a:chExt cx="630000" cy="630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5188D19-D5FD-2377-6BE1-93D3622C7C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9207" y="5014054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DC7E8CF4-A1D8-FF5A-A516-248D76B2F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8760746" y="5134023"/>
              <a:ext cx="371991" cy="3719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738CA5-249E-D961-A589-55EF57DF4720}"/>
              </a:ext>
            </a:extLst>
          </p:cNvPr>
          <p:cNvGrpSpPr/>
          <p:nvPr/>
        </p:nvGrpSpPr>
        <p:grpSpPr>
          <a:xfrm>
            <a:off x="8629207" y="2909853"/>
            <a:ext cx="630000" cy="630000"/>
            <a:chOff x="8629207" y="2909853"/>
            <a:chExt cx="630000" cy="63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419EDC-CBD9-EA1D-BCFC-3753EFB68F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9207" y="2909853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C554DFF9-233E-EAC0-A185-BB59FB6B6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8727795" y="3033465"/>
              <a:ext cx="409190" cy="40919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A0F6D0-6F2E-18D2-091C-C9F06E01F407}"/>
              </a:ext>
            </a:extLst>
          </p:cNvPr>
          <p:cNvGrpSpPr/>
          <p:nvPr/>
        </p:nvGrpSpPr>
        <p:grpSpPr>
          <a:xfrm>
            <a:off x="8629207" y="1898473"/>
            <a:ext cx="630000" cy="630000"/>
            <a:chOff x="8629207" y="1898473"/>
            <a:chExt cx="630000" cy="630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D3E4196-4027-CF47-8284-127229225E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9207" y="1898473"/>
              <a:ext cx="630000" cy="63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64525" dist="127000" dir="5400000" sx="90000" sy="9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25CCA5EC-AD10-E1A1-34E9-02C9D441B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739612" y="1968005"/>
              <a:ext cx="409190" cy="409190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4209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500"/>
                            </p:stCondLst>
                            <p:childTnLst>
                              <p:par>
                                <p:cTn id="1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7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80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8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0" grpId="0"/>
      <p:bldP spid="12" grpId="0"/>
      <p:bldP spid="17" grpId="0"/>
      <p:bldP spid="22" grpId="0"/>
      <p:bldP spid="27" grpId="0"/>
      <p:bldP spid="32" grpId="0"/>
      <p:bldP spid="38" grpId="0"/>
      <p:bldP spid="41" grpId="0"/>
      <p:bldP spid="42" grpId="0" animBg="1"/>
      <p:bldP spid="43" grpId="0"/>
      <p:bldP spid="44" grpId="0"/>
      <p:bldP spid="45" grpId="0"/>
      <p:bldP spid="49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1C7ED66D-EA43-4180-2469-B79F2FE702F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l="32733" r="19483"/>
          <a:stretch/>
        </p:blipFill>
        <p:spPr>
          <a:xfrm>
            <a:off x="7380206" y="0"/>
            <a:ext cx="4813676" cy="685762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E4CD890-7E05-456E-20F8-5BEDCD5E53F0}"/>
              </a:ext>
            </a:extLst>
          </p:cNvPr>
          <p:cNvGrpSpPr/>
          <p:nvPr/>
        </p:nvGrpSpPr>
        <p:grpSpPr>
          <a:xfrm>
            <a:off x="0" y="0"/>
            <a:ext cx="8989871" cy="6858000"/>
            <a:chOff x="0" y="0"/>
            <a:chExt cx="8989871" cy="6858000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ABA3827-0BB2-AEAE-E16E-8409DE0FAB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41981" y="0"/>
              <a:ext cx="6647890" cy="6858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7AAA748-9E8A-8B7C-9775-840405F2DC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0"/>
              <a:ext cx="6647890" cy="6858000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07EE9774-C8A5-D62E-D9ED-E2D9118024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BFD9B-5EE6-FA48-F948-5A2AE3E98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84BA76B6-6304-867F-A804-31EA3671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61" y="2495796"/>
            <a:ext cx="5972639" cy="1866408"/>
          </a:xfrm>
        </p:spPr>
        <p:txBody>
          <a:bodyPr/>
          <a:lstStyle/>
          <a:p>
            <a:r>
              <a:rPr lang="en-US"/>
              <a:t>Say hello to Airtel 5G Plus!</a:t>
            </a:r>
          </a:p>
        </p:txBody>
      </p:sp>
    </p:spTree>
    <p:extLst>
      <p:ext uri="{BB962C8B-B14F-4D97-AF65-F5344CB8AC3E}">
        <p14:creationId xmlns:p14="http://schemas.microsoft.com/office/powerpoint/2010/main" val="470289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6000">
              <a:schemeClr val="bg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64">
            <a:extLst>
              <a:ext uri="{FF2B5EF4-FFF2-40B4-BE49-F238E27FC236}">
                <a16:creationId xmlns:a16="http://schemas.microsoft.com/office/drawing/2014/main" id="{BF7BC8C4-DD59-9CEC-D117-D1501CFF32DC}"/>
              </a:ext>
            </a:extLst>
          </p:cNvPr>
          <p:cNvSpPr/>
          <p:nvPr/>
        </p:nvSpPr>
        <p:spPr>
          <a:xfrm>
            <a:off x="397401" y="1020548"/>
            <a:ext cx="11397198" cy="4248138"/>
          </a:xfrm>
          <a:prstGeom prst="roundRect">
            <a:avLst>
              <a:gd name="adj" fmla="val 3996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Experience the power of 5G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B70C0B-C8F0-D746-2686-C5FC764BF623}"/>
              </a:ext>
            </a:extLst>
          </p:cNvPr>
          <p:cNvSpPr/>
          <p:nvPr/>
        </p:nvSpPr>
        <p:spPr>
          <a:xfrm>
            <a:off x="737756" y="3269851"/>
            <a:ext cx="10716488" cy="1687690"/>
          </a:xfrm>
          <a:prstGeom prst="rect">
            <a:avLst/>
          </a:prstGeom>
          <a:solidFill>
            <a:schemeClr val="tx2">
              <a:lumMod val="20000"/>
              <a:lumOff val="8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58">
            <a:extLst>
              <a:ext uri="{FF2B5EF4-FFF2-40B4-BE49-F238E27FC236}">
                <a16:creationId xmlns:a16="http://schemas.microsoft.com/office/drawing/2014/main" id="{96B740A1-AD66-F28E-89B4-EE3E8DC23BC4}"/>
              </a:ext>
            </a:extLst>
          </p:cNvPr>
          <p:cNvSpPr/>
          <p:nvPr/>
        </p:nvSpPr>
        <p:spPr>
          <a:xfrm>
            <a:off x="397401" y="5504120"/>
            <a:ext cx="11397198" cy="859655"/>
          </a:xfrm>
          <a:prstGeom prst="roundRect">
            <a:avLst>
              <a:gd name="adj" fmla="val 23302"/>
            </a:avLst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C5949B0-ACDD-4B0C-6B92-7CF34AB90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239" t="26385" r="20975" b="7060"/>
          <a:stretch/>
        </p:blipFill>
        <p:spPr bwMode="auto">
          <a:xfrm>
            <a:off x="2004821" y="1758545"/>
            <a:ext cx="996411" cy="656902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3C438D-50FD-CABB-6D51-F527F3EB7547}"/>
              </a:ext>
            </a:extLst>
          </p:cNvPr>
          <p:cNvSpPr txBox="1"/>
          <p:nvPr/>
        </p:nvSpPr>
        <p:spPr>
          <a:xfrm>
            <a:off x="1492174" y="2421116"/>
            <a:ext cx="2021707" cy="62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>
                <a:cs typeface="Arial" panose="020B0604020202020204" pitchFamily="34" charset="0"/>
              </a:rPr>
              <a:t>Use of 5G technology</a:t>
            </a:r>
          </a:p>
          <a:p>
            <a:pPr algn="ctr">
              <a:lnSpc>
                <a:spcPct val="150000"/>
              </a:lnSpc>
            </a:pPr>
            <a:r>
              <a:rPr lang="en-US" sz="1050">
                <a:cs typeface="Arial" panose="020B0604020202020204" pitchFamily="34" charset="0"/>
              </a:rPr>
              <a:t>with widest ecosystem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A9CB6B-127D-DF8A-26CB-014B0E83994D}"/>
              </a:ext>
            </a:extLst>
          </p:cNvPr>
          <p:cNvSpPr txBox="1"/>
          <p:nvPr/>
        </p:nvSpPr>
        <p:spPr>
          <a:xfrm>
            <a:off x="3048000" y="12516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cs typeface="Arial" panose="020B0604020202020204" pitchFamily="34" charset="0"/>
              </a:rPr>
              <a:t>Why choose </a:t>
            </a:r>
            <a:r>
              <a:rPr lang="en-IN" sz="2400" b="1">
                <a:solidFill>
                  <a:schemeClr val="accent2"/>
                </a:solidFill>
                <a:cs typeface="Arial" panose="020B0604020202020204" pitchFamily="34" charset="0"/>
              </a:rPr>
              <a:t>Airtel 5G Plus?</a:t>
            </a:r>
            <a:endParaRPr lang="en-IN" sz="2400" b="1">
              <a:solidFill>
                <a:schemeClr val="accent2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8BCCB-3CA3-0A98-CEB6-3B040148FD48}"/>
              </a:ext>
            </a:extLst>
          </p:cNvPr>
          <p:cNvSpPr txBox="1"/>
          <p:nvPr/>
        </p:nvSpPr>
        <p:spPr>
          <a:xfrm>
            <a:off x="5330520" y="2421116"/>
            <a:ext cx="1835759" cy="62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>
                <a:cs typeface="Arial" panose="020B0604020202020204" pitchFamily="34" charset="0"/>
              </a:rPr>
              <a:t>Networking Slicing</a:t>
            </a:r>
          </a:p>
          <a:p>
            <a:pPr algn="ctr">
              <a:lnSpc>
                <a:spcPct val="150000"/>
              </a:lnSpc>
            </a:pPr>
            <a:r>
              <a:rPr lang="en-US" sz="1050">
                <a:cs typeface="Arial" panose="020B0604020202020204" pitchFamily="34" charset="0"/>
              </a:rPr>
              <a:t>for differential quality needs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93AEDC-DCAE-064C-D969-4A9DFAE2A8A3}"/>
              </a:ext>
            </a:extLst>
          </p:cNvPr>
          <p:cNvSpPr txBox="1"/>
          <p:nvPr/>
        </p:nvSpPr>
        <p:spPr>
          <a:xfrm>
            <a:off x="8739608" y="2421116"/>
            <a:ext cx="2003305" cy="632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>
                <a:cs typeface="Arial" panose="020B0604020202020204" pitchFamily="34" charset="0"/>
              </a:rPr>
              <a:t>Most energy efficient</a:t>
            </a:r>
          </a:p>
          <a:p>
            <a:pPr algn="ctr">
              <a:lnSpc>
                <a:spcPct val="150000"/>
              </a:lnSpc>
            </a:pPr>
            <a:r>
              <a:rPr lang="en-US" sz="1050">
                <a:cs typeface="Arial" panose="020B0604020202020204" pitchFamily="34" charset="0"/>
              </a:rPr>
              <a:t>eco-friendly technology</a:t>
            </a:r>
          </a:p>
        </p:txBody>
      </p:sp>
      <p:pic>
        <p:nvPicPr>
          <p:cNvPr id="13" name="Graphic 12" descr="Share outline">
            <a:extLst>
              <a:ext uri="{FF2B5EF4-FFF2-40B4-BE49-F238E27FC236}">
                <a16:creationId xmlns:a16="http://schemas.microsoft.com/office/drawing/2014/main" id="{34F9A032-E701-C1CD-046B-856D91C25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1647610"/>
            <a:ext cx="914400" cy="914400"/>
          </a:xfrm>
          <a:prstGeom prst="rect">
            <a:avLst/>
          </a:prstGeom>
        </p:spPr>
      </p:pic>
      <p:pic>
        <p:nvPicPr>
          <p:cNvPr id="14" name="Graphic 13" descr="Open hand with plant outline">
            <a:extLst>
              <a:ext uri="{FF2B5EF4-FFF2-40B4-BE49-F238E27FC236}">
                <a16:creationId xmlns:a16="http://schemas.microsoft.com/office/drawing/2014/main" id="{6F22C59B-733B-8B01-6DD8-02274848C17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6297" y="1706567"/>
            <a:ext cx="789926" cy="7899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C997E4-6F15-9AD4-8FB8-C0C1D1E188C7}"/>
              </a:ext>
            </a:extLst>
          </p:cNvPr>
          <p:cNvSpPr txBox="1"/>
          <p:nvPr/>
        </p:nvSpPr>
        <p:spPr>
          <a:xfrm>
            <a:off x="1036129" y="4339806"/>
            <a:ext cx="2933816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cs typeface="Arial" panose="020B0604020202020204" pitchFamily="34" charset="0"/>
              </a:rPr>
              <a:t>Superfast Speeds</a:t>
            </a:r>
          </a:p>
          <a:p>
            <a:pPr algn="ctr"/>
            <a:r>
              <a:rPr lang="en-US" sz="1050">
                <a:cs typeface="Arial" panose="020B0604020202020204" pitchFamily="34" charset="0"/>
              </a:rPr>
              <a:t>Upload and download heavy files in an instant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43FFB1-D876-B562-0A87-EBFFD341D05A}"/>
              </a:ext>
            </a:extLst>
          </p:cNvPr>
          <p:cNvSpPr txBox="1"/>
          <p:nvPr/>
        </p:nvSpPr>
        <p:spPr>
          <a:xfrm>
            <a:off x="3048000" y="329532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cs typeface="Arial" panose="020B0604020202020204" pitchFamily="34" charset="0"/>
              </a:rPr>
              <a:t>Discover what </a:t>
            </a:r>
            <a:r>
              <a:rPr lang="en-IN" sz="2400" b="1">
                <a:solidFill>
                  <a:schemeClr val="accent2"/>
                </a:solidFill>
                <a:cs typeface="Arial" panose="020B0604020202020204" pitchFamily="34" charset="0"/>
              </a:rPr>
              <a:t>Airtel 5G Plus </a:t>
            </a:r>
            <a:r>
              <a:rPr lang="en-IN" sz="2400">
                <a:cs typeface="Arial" panose="020B0604020202020204" pitchFamily="34" charset="0"/>
              </a:rPr>
              <a:t>has to offer</a:t>
            </a:r>
            <a:endParaRPr lang="en-IN" sz="2400">
              <a:solidFill>
                <a:schemeClr val="accent2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696E5-55E9-CABC-A911-1557A18106F7}"/>
              </a:ext>
            </a:extLst>
          </p:cNvPr>
          <p:cNvSpPr txBox="1"/>
          <p:nvPr/>
        </p:nvSpPr>
        <p:spPr>
          <a:xfrm>
            <a:off x="4529030" y="4339806"/>
            <a:ext cx="3438762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cs typeface="Arial" panose="020B0604020202020204" pitchFamily="34" charset="0"/>
              </a:rPr>
              <a:t>Widest technology acceptance </a:t>
            </a:r>
          </a:p>
          <a:p>
            <a:pPr algn="ctr"/>
            <a:r>
              <a:rPr lang="en-IN" sz="1050">
                <a:cs typeface="Arial" panose="020B0604020202020204" pitchFamily="34" charset="0"/>
              </a:rPr>
              <a:t>All 5G smartphones in India will work on Airtel 5G Plus</a:t>
            </a:r>
            <a:endParaRPr lang="en-US" sz="105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734029-0EC2-E8A9-9E17-E40708F36ACD}"/>
              </a:ext>
            </a:extLst>
          </p:cNvPr>
          <p:cNvSpPr txBox="1"/>
          <p:nvPr/>
        </p:nvSpPr>
        <p:spPr>
          <a:xfrm>
            <a:off x="8511609" y="4339806"/>
            <a:ext cx="2459328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>
                <a:cs typeface="Arial" panose="020B0604020202020204" pitchFamily="34" charset="0"/>
              </a:rPr>
              <a:t>No lag video calls</a:t>
            </a:r>
            <a:endParaRPr lang="en-US" sz="1400" b="1">
              <a:cs typeface="Arial" panose="020B0604020202020204" pitchFamily="34" charset="0"/>
            </a:endParaRPr>
          </a:p>
          <a:p>
            <a:pPr algn="ctr"/>
            <a:r>
              <a:rPr lang="en-IN" sz="1050">
                <a:cs typeface="Arial" panose="020B0604020202020204" pitchFamily="34" charset="0"/>
              </a:rPr>
              <a:t>High-quality streaming even on the go</a:t>
            </a:r>
            <a:endParaRPr lang="en-US" sz="1050">
              <a:cs typeface="Arial" panose="020B0604020202020204" pitchFamily="34" charset="0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0E1EB4B-732A-B64A-8981-9B7C3C00396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04899" y="3780481"/>
            <a:ext cx="687003" cy="687003"/>
          </a:xfrm>
          <a:prstGeom prst="rect">
            <a:avLst/>
          </a:prstGeom>
        </p:spPr>
      </p:pic>
      <p:pic>
        <p:nvPicPr>
          <p:cNvPr id="21" name="Graphic 20" descr="Gauge outline">
            <a:extLst>
              <a:ext uri="{FF2B5EF4-FFF2-40B4-BE49-F238E27FC236}">
                <a16:creationId xmlns:a16="http://schemas.microsoft.com/office/drawing/2014/main" id="{FB24F9E5-EAC6-B22F-0488-D5C0C63DE2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45828" y="3650168"/>
            <a:ext cx="914400" cy="914400"/>
          </a:xfrm>
          <a:prstGeom prst="rect">
            <a:avLst/>
          </a:prstGeom>
        </p:spPr>
      </p:pic>
      <p:pic>
        <p:nvPicPr>
          <p:cNvPr id="22" name="Graphic 21" descr="Cube outline">
            <a:extLst>
              <a:ext uri="{FF2B5EF4-FFF2-40B4-BE49-F238E27FC236}">
                <a16:creationId xmlns:a16="http://schemas.microsoft.com/office/drawing/2014/main" id="{F441E0B8-B7A9-F4E1-7925-D35C303412B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1076" y="3708455"/>
            <a:ext cx="755703" cy="75570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7A7004-13CE-1DF5-766E-4329629168DB}"/>
              </a:ext>
            </a:extLst>
          </p:cNvPr>
          <p:cNvSpPr/>
          <p:nvPr/>
        </p:nvSpPr>
        <p:spPr>
          <a:xfrm>
            <a:off x="642257" y="5684402"/>
            <a:ext cx="1090748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IN" sz="2400">
                <a:solidFill>
                  <a:schemeClr val="bg1"/>
                </a:solidFill>
                <a:cs typeface="Arial" panose="020B0604020202020204" pitchFamily="34" charset="0"/>
              </a:rPr>
              <a:t>Airtel 5G Plus service is now available in many cities across India.</a:t>
            </a:r>
          </a:p>
          <a:p>
            <a:pPr algn="ctr">
              <a:spcAft>
                <a:spcPts val="500"/>
              </a:spcAft>
            </a:pPr>
            <a:endParaRPr lang="en-IN" sz="10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98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9" grpId="0"/>
      <p:bldP spid="10" grpId="0"/>
      <p:bldP spid="11" grpId="0"/>
      <p:bldP spid="12" grpId="0"/>
      <p:bldP spid="16" grpId="0"/>
      <p:bldP spid="17" grpId="0"/>
      <p:bldP spid="18" grpId="0"/>
      <p:bldP spid="1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Airtel Network Advantage – Widest range of spectrum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5" name="Rectangle: Rounded Corners 64">
            <a:extLst>
              <a:ext uri="{FF2B5EF4-FFF2-40B4-BE49-F238E27FC236}">
                <a16:creationId xmlns:a16="http://schemas.microsoft.com/office/drawing/2014/main" id="{91A8F303-7A8B-ED83-C25F-C2F0843FC1AB}"/>
              </a:ext>
            </a:extLst>
          </p:cNvPr>
          <p:cNvSpPr/>
          <p:nvPr/>
        </p:nvSpPr>
        <p:spPr>
          <a:xfrm>
            <a:off x="397401" y="1025146"/>
            <a:ext cx="11397198" cy="3609767"/>
          </a:xfrm>
          <a:prstGeom prst="roundRect">
            <a:avLst>
              <a:gd name="adj" fmla="val 3996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8">
            <a:extLst>
              <a:ext uri="{FF2B5EF4-FFF2-40B4-BE49-F238E27FC236}">
                <a16:creationId xmlns:a16="http://schemas.microsoft.com/office/drawing/2014/main" id="{FE165F02-8101-17DC-225F-A5B6BA637FEE}"/>
              </a:ext>
            </a:extLst>
          </p:cNvPr>
          <p:cNvSpPr/>
          <p:nvPr/>
        </p:nvSpPr>
        <p:spPr>
          <a:xfrm>
            <a:off x="397401" y="4800631"/>
            <a:ext cx="11397198" cy="1674720"/>
          </a:xfrm>
          <a:prstGeom prst="roundRect">
            <a:avLst>
              <a:gd name="adj" fmla="val 7561"/>
            </a:avLst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972389-B28D-62EC-02EE-8A819713C79C}"/>
              </a:ext>
            </a:extLst>
          </p:cNvPr>
          <p:cNvSpPr/>
          <p:nvPr/>
        </p:nvSpPr>
        <p:spPr>
          <a:xfrm>
            <a:off x="7723211" y="1493940"/>
            <a:ext cx="14897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1.5lac 5G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F3349A-813A-9FDA-5CBC-FF6379344C69}"/>
              </a:ext>
            </a:extLst>
          </p:cNvPr>
          <p:cNvSpPr/>
          <p:nvPr/>
        </p:nvSpPr>
        <p:spPr>
          <a:xfrm>
            <a:off x="2048758" y="3569175"/>
            <a:ext cx="24564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We serve</a:t>
            </a:r>
          </a:p>
          <a:p>
            <a:pPr algn="r"/>
            <a:r>
              <a:rPr 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8 Million</a:t>
            </a:r>
            <a:r>
              <a:rPr lang="en-US" sz="1600" b="1" dirty="0">
                <a:solidFill>
                  <a:schemeClr val="tx2"/>
                </a:solidFill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cs typeface="Arial" panose="020B0604020202020204" pitchFamily="34" charset="0"/>
              </a:rPr>
              <a:t>corporate postpaid customers</a:t>
            </a:r>
            <a:endParaRPr lang="en-US" sz="1600" dirty="0">
              <a:solidFill>
                <a:srgbClr val="212A31"/>
              </a:solidFill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00BC72-110C-5CEE-CAF3-F8D02AC34D23}"/>
              </a:ext>
            </a:extLst>
          </p:cNvPr>
          <p:cNvGrpSpPr/>
          <p:nvPr/>
        </p:nvGrpSpPr>
        <p:grpSpPr>
          <a:xfrm>
            <a:off x="4654885" y="1486296"/>
            <a:ext cx="2983504" cy="2888208"/>
            <a:chOff x="4376630" y="1340824"/>
            <a:chExt cx="3079506" cy="307950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354A52-D7FF-E31D-1F39-F434B681FA90}"/>
                </a:ext>
              </a:extLst>
            </p:cNvPr>
            <p:cNvSpPr/>
            <p:nvPr/>
          </p:nvSpPr>
          <p:spPr>
            <a:xfrm>
              <a:off x="4376630" y="1340824"/>
              <a:ext cx="3079506" cy="3079504"/>
            </a:xfrm>
            <a:prstGeom prst="ellipse">
              <a:avLst/>
            </a:prstGeom>
            <a:solidFill>
              <a:srgbClr val="BFC3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81F09B-A6C2-7AC6-6A00-AD26BC0E5CDF}"/>
                </a:ext>
              </a:extLst>
            </p:cNvPr>
            <p:cNvSpPr/>
            <p:nvPr/>
          </p:nvSpPr>
          <p:spPr>
            <a:xfrm>
              <a:off x="4810169" y="1774363"/>
              <a:ext cx="2212428" cy="2212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F6A1FB03-3D15-9D04-44EF-BDC513136972}"/>
              </a:ext>
            </a:extLst>
          </p:cNvPr>
          <p:cNvSpPr/>
          <p:nvPr/>
        </p:nvSpPr>
        <p:spPr>
          <a:xfrm>
            <a:off x="4483215" y="2452305"/>
            <a:ext cx="750064" cy="750063"/>
          </a:xfrm>
          <a:prstGeom prst="ellipse">
            <a:avLst/>
          </a:prstGeom>
          <a:solidFill>
            <a:srgbClr val="212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3A278B-055B-87B3-04C8-CB56FCB9E8E7}"/>
              </a:ext>
            </a:extLst>
          </p:cNvPr>
          <p:cNvSpPr/>
          <p:nvPr/>
        </p:nvSpPr>
        <p:spPr>
          <a:xfrm>
            <a:off x="7049162" y="2433878"/>
            <a:ext cx="750064" cy="750063"/>
          </a:xfrm>
          <a:prstGeom prst="ellipse">
            <a:avLst/>
          </a:prstGeom>
          <a:solidFill>
            <a:srgbClr val="212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3DDE59-8D0D-5FB9-890C-CA906DBCEED7}"/>
              </a:ext>
            </a:extLst>
          </p:cNvPr>
          <p:cNvSpPr/>
          <p:nvPr/>
        </p:nvSpPr>
        <p:spPr>
          <a:xfrm>
            <a:off x="5720968" y="3670126"/>
            <a:ext cx="750064" cy="750063"/>
          </a:xfrm>
          <a:prstGeom prst="ellipse">
            <a:avLst/>
          </a:prstGeom>
          <a:solidFill>
            <a:srgbClr val="212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0D8E03-77C0-F00C-59D7-0E01B97CDA32}"/>
              </a:ext>
            </a:extLst>
          </p:cNvPr>
          <p:cNvCxnSpPr>
            <a:cxnSpLocks/>
          </p:cNvCxnSpPr>
          <p:nvPr/>
        </p:nvCxnSpPr>
        <p:spPr>
          <a:xfrm flipH="1" flipV="1">
            <a:off x="6471032" y="1717198"/>
            <a:ext cx="1203080" cy="11910"/>
          </a:xfrm>
          <a:prstGeom prst="line">
            <a:avLst/>
          </a:prstGeom>
          <a:ln>
            <a:solidFill>
              <a:srgbClr val="9597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F47CAB-CC01-07AB-D5AA-9B88B79E351E}"/>
              </a:ext>
            </a:extLst>
          </p:cNvPr>
          <p:cNvCxnSpPr>
            <a:cxnSpLocks/>
          </p:cNvCxnSpPr>
          <p:nvPr/>
        </p:nvCxnSpPr>
        <p:spPr>
          <a:xfrm>
            <a:off x="4565049" y="4052169"/>
            <a:ext cx="1066771" cy="0"/>
          </a:xfrm>
          <a:prstGeom prst="line">
            <a:avLst/>
          </a:prstGeom>
          <a:ln>
            <a:solidFill>
              <a:srgbClr val="9597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56406-E171-0402-69A0-B85B02914274}"/>
              </a:ext>
            </a:extLst>
          </p:cNvPr>
          <p:cNvCxnSpPr>
            <a:cxnSpLocks/>
          </p:cNvCxnSpPr>
          <p:nvPr/>
        </p:nvCxnSpPr>
        <p:spPr>
          <a:xfrm flipH="1">
            <a:off x="7852999" y="2782006"/>
            <a:ext cx="1066771" cy="0"/>
          </a:xfrm>
          <a:prstGeom prst="line">
            <a:avLst/>
          </a:prstGeom>
          <a:ln>
            <a:solidFill>
              <a:srgbClr val="9597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5A97E4-38D2-7B1D-4334-FF1E7160A3B4}"/>
              </a:ext>
            </a:extLst>
          </p:cNvPr>
          <p:cNvSpPr txBox="1"/>
          <p:nvPr/>
        </p:nvSpPr>
        <p:spPr>
          <a:xfrm>
            <a:off x="5328548" y="2657881"/>
            <a:ext cx="162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tx2"/>
                </a:solidFill>
                <a:cs typeface="Arial" panose="020B0604020202020204" pitchFamily="34" charset="0"/>
              </a:rPr>
              <a:t>Advantage</a:t>
            </a:r>
            <a:endParaRPr lang="en-US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75A910-B3A6-7673-4602-BCDD8AC730F6}"/>
              </a:ext>
            </a:extLst>
          </p:cNvPr>
          <p:cNvSpPr/>
          <p:nvPr/>
        </p:nvSpPr>
        <p:spPr>
          <a:xfrm>
            <a:off x="7724586" y="1729108"/>
            <a:ext cx="2427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sites across India.</a:t>
            </a:r>
            <a:endParaRPr lang="en-US" sz="1600">
              <a:solidFill>
                <a:srgbClr val="212A31"/>
              </a:solidFill>
              <a:cs typeface="Arial" panose="020B06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EDEB53-CDB1-5E96-3EEA-7B5F0908017B}"/>
              </a:ext>
            </a:extLst>
          </p:cNvPr>
          <p:cNvCxnSpPr>
            <a:cxnSpLocks/>
          </p:cNvCxnSpPr>
          <p:nvPr/>
        </p:nvCxnSpPr>
        <p:spPr>
          <a:xfrm>
            <a:off x="7674112" y="1729108"/>
            <a:ext cx="0" cy="314845"/>
          </a:xfrm>
          <a:prstGeom prst="line">
            <a:avLst/>
          </a:prstGeom>
          <a:ln>
            <a:solidFill>
              <a:srgbClr val="4D4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9F1126-D6E8-7CC6-D2AD-AF36EB347C68}"/>
              </a:ext>
            </a:extLst>
          </p:cNvPr>
          <p:cNvGrpSpPr/>
          <p:nvPr/>
        </p:nvGrpSpPr>
        <p:grpSpPr>
          <a:xfrm>
            <a:off x="680152" y="4989421"/>
            <a:ext cx="10565203" cy="1304334"/>
            <a:chOff x="393739" y="4926361"/>
            <a:chExt cx="10565203" cy="130433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958705A-B296-B8BD-1C87-81550BC5D082}"/>
                </a:ext>
              </a:extLst>
            </p:cNvPr>
            <p:cNvSpPr/>
            <p:nvPr/>
          </p:nvSpPr>
          <p:spPr>
            <a:xfrm>
              <a:off x="9588762" y="4926361"/>
              <a:ext cx="682418" cy="6824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D27385-E5E9-6754-6399-03AA008CFD30}"/>
                </a:ext>
              </a:extLst>
            </p:cNvPr>
            <p:cNvSpPr/>
            <p:nvPr/>
          </p:nvSpPr>
          <p:spPr>
            <a:xfrm>
              <a:off x="6893003" y="4926361"/>
              <a:ext cx="682418" cy="6824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2FC1FD2-C73A-7F5C-5264-D564E1EDA3AB}"/>
                </a:ext>
              </a:extLst>
            </p:cNvPr>
            <p:cNvSpPr/>
            <p:nvPr/>
          </p:nvSpPr>
          <p:spPr>
            <a:xfrm>
              <a:off x="4002693" y="4926361"/>
              <a:ext cx="682418" cy="6824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2A285B-EEA3-D2F4-BDFE-C9FBEFCFDF5B}"/>
                </a:ext>
              </a:extLst>
            </p:cNvPr>
            <p:cNvSpPr/>
            <p:nvPr/>
          </p:nvSpPr>
          <p:spPr>
            <a:xfrm>
              <a:off x="393739" y="5208342"/>
              <a:ext cx="186842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cs typeface="Arial" panose="020B0604020202020204" pitchFamily="34" charset="0"/>
                </a:rPr>
                <a:t>How will this benefit you?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F3D30E-BFC9-A903-C070-EA2860B40D97}"/>
                </a:ext>
              </a:extLst>
            </p:cNvPr>
            <p:cNvSpPr/>
            <p:nvPr/>
          </p:nvSpPr>
          <p:spPr>
            <a:xfrm>
              <a:off x="3172250" y="5645920"/>
              <a:ext cx="233542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Improved indoor/ outdoor coverage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ED3A0C7-C590-4499-82C3-D1726B4EB95C}"/>
                </a:ext>
              </a:extLst>
            </p:cNvPr>
            <p:cNvSpPr/>
            <p:nvPr/>
          </p:nvSpPr>
          <p:spPr>
            <a:xfrm>
              <a:off x="6414930" y="5645920"/>
              <a:ext cx="163856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bg1"/>
                  </a:solidFill>
                  <a:cs typeface="Arial" panose="020B0604020202020204" pitchFamily="34" charset="0"/>
                </a:rPr>
                <a:t>Better video calls experience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7832052-EF76-B8DF-1EE4-9A49076F865E}"/>
                </a:ext>
              </a:extLst>
            </p:cNvPr>
            <p:cNvSpPr/>
            <p:nvPr/>
          </p:nvSpPr>
          <p:spPr>
            <a:xfrm>
              <a:off x="8838472" y="5645920"/>
              <a:ext cx="212047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solidFill>
                    <a:schemeClr val="bg1"/>
                  </a:solidFill>
                  <a:cs typeface="Arial" panose="020B0604020202020204" pitchFamily="34" charset="0"/>
                </a:rPr>
                <a:t>Up to 30X faster download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CA1970-DD68-A199-14ED-1D9B5D22639F}"/>
                </a:ext>
              </a:extLst>
            </p:cNvPr>
            <p:cNvCxnSpPr>
              <a:cxnSpLocks/>
            </p:cNvCxnSpPr>
            <p:nvPr/>
          </p:nvCxnSpPr>
          <p:spPr>
            <a:xfrm>
              <a:off x="5950721" y="4926361"/>
              <a:ext cx="0" cy="1261066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6BE94B-2B1B-EDF2-AB84-1817F21E59DC}"/>
                </a:ext>
              </a:extLst>
            </p:cNvPr>
            <p:cNvCxnSpPr>
              <a:cxnSpLocks/>
            </p:cNvCxnSpPr>
            <p:nvPr/>
          </p:nvCxnSpPr>
          <p:spPr>
            <a:xfrm>
              <a:off x="8634100" y="4926361"/>
              <a:ext cx="0" cy="1261066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Graphic 34" descr="Arrow Down with solid fill">
              <a:extLst>
                <a:ext uri="{FF2B5EF4-FFF2-40B4-BE49-F238E27FC236}">
                  <a16:creationId xmlns:a16="http://schemas.microsoft.com/office/drawing/2014/main" id="{340D0179-E434-2E90-E820-82D8BF8B8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2434481" y="5231899"/>
              <a:ext cx="599218" cy="599218"/>
            </a:xfrm>
            <a:prstGeom prst="rect">
              <a:avLst/>
            </a:prstGeom>
          </p:spPr>
        </p:pic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9E416D71-DAD3-4B5A-607A-EEF4204D3DE5}"/>
              </a:ext>
            </a:extLst>
          </p:cNvPr>
          <p:cNvSpPr/>
          <p:nvPr/>
        </p:nvSpPr>
        <p:spPr>
          <a:xfrm>
            <a:off x="5720968" y="1265929"/>
            <a:ext cx="750064" cy="750063"/>
          </a:xfrm>
          <a:prstGeom prst="ellipse">
            <a:avLst/>
          </a:prstGeom>
          <a:solidFill>
            <a:srgbClr val="212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CDB858-8F27-52EC-A74A-BAD73DB70A87}"/>
              </a:ext>
            </a:extLst>
          </p:cNvPr>
          <p:cNvCxnSpPr>
            <a:cxnSpLocks/>
          </p:cNvCxnSpPr>
          <p:nvPr/>
        </p:nvCxnSpPr>
        <p:spPr>
          <a:xfrm>
            <a:off x="4825029" y="2230209"/>
            <a:ext cx="0" cy="314845"/>
          </a:xfrm>
          <a:prstGeom prst="line">
            <a:avLst/>
          </a:prstGeom>
          <a:ln>
            <a:solidFill>
              <a:srgbClr val="4D4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FA14833-3A8C-FD3B-F6D8-5D8816834EEE}"/>
              </a:ext>
            </a:extLst>
          </p:cNvPr>
          <p:cNvCxnSpPr>
            <a:cxnSpLocks/>
          </p:cNvCxnSpPr>
          <p:nvPr/>
        </p:nvCxnSpPr>
        <p:spPr>
          <a:xfrm flipH="1">
            <a:off x="3758258" y="2230209"/>
            <a:ext cx="1066771" cy="0"/>
          </a:xfrm>
          <a:prstGeom prst="line">
            <a:avLst/>
          </a:prstGeom>
          <a:ln>
            <a:solidFill>
              <a:srgbClr val="9597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81B7E74-8CCF-6E33-D360-8CCE5A6FC878}"/>
              </a:ext>
            </a:extLst>
          </p:cNvPr>
          <p:cNvSpPr/>
          <p:nvPr/>
        </p:nvSpPr>
        <p:spPr>
          <a:xfrm>
            <a:off x="1337652" y="1997765"/>
            <a:ext cx="23668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First operator to rollout 5G network.  </a:t>
            </a:r>
            <a:r>
              <a:rPr lang="en-US" sz="1600" dirty="0">
                <a:cs typeface="Arial" panose="020B0604020202020204" pitchFamily="34" charset="0"/>
              </a:rPr>
              <a:t>Live across India.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BBAFA5-C421-1A8A-239E-DF7F1332BB39}"/>
              </a:ext>
            </a:extLst>
          </p:cNvPr>
          <p:cNvSpPr/>
          <p:nvPr/>
        </p:nvSpPr>
        <p:spPr>
          <a:xfrm>
            <a:off x="8968652" y="2545605"/>
            <a:ext cx="24278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212A31"/>
                </a:solidFill>
                <a:cs typeface="Arial" panose="020B0604020202020204" pitchFamily="34" charset="0"/>
              </a:rPr>
              <a:t>Enjoy </a:t>
            </a:r>
            <a:r>
              <a:rPr lang="en-US" sz="1600" b="1">
                <a:solidFill>
                  <a:srgbClr val="C00000"/>
                </a:solidFill>
                <a:cs typeface="Arial" panose="020B0604020202020204" pitchFamily="34" charset="0"/>
              </a:rPr>
              <a:t>100% network assurance</a:t>
            </a:r>
            <a:r>
              <a:rPr lang="en-US" sz="1600" b="1">
                <a:solidFill>
                  <a:srgbClr val="212A31"/>
                </a:solidFill>
                <a:cs typeface="Arial" panose="020B0604020202020204" pitchFamily="34" charset="0"/>
              </a:rPr>
              <a:t> </a:t>
            </a:r>
            <a:r>
              <a:rPr lang="en-US" sz="1600">
                <a:solidFill>
                  <a:srgbClr val="212A31"/>
                </a:solidFill>
                <a:cs typeface="Arial" panose="020B0604020202020204" pitchFamily="34" charset="0"/>
              </a:rPr>
              <a:t>across all circles/ states through single spoke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99C58-9BAA-F129-88F4-17842157B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37178" y="2620615"/>
            <a:ext cx="409190" cy="40919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6415B20-8CAC-9137-0909-5BC307F2BE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831937" y="3805430"/>
            <a:ext cx="544632" cy="5446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4C33FF0-C03B-D013-7F3E-6C4BD34692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05769" y="5106201"/>
            <a:ext cx="409190" cy="40919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CD54167-394B-41BB-99E3-AABB35904E0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20845" y="5114257"/>
            <a:ext cx="409190" cy="40919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CCF0104-0AF0-2B55-8AD4-C8E8A02A5A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1290" y="2530270"/>
            <a:ext cx="495120" cy="4951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983A060-B077-F69B-1618-6BB4DE0179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864878" y="1402099"/>
            <a:ext cx="450109" cy="45010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B398A76-60DF-A86A-9F84-EBBA2D2F2D4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11789" y="5106201"/>
            <a:ext cx="409190" cy="40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5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12" grpId="0" animBg="1"/>
      <p:bldP spid="13" grpId="0" animBg="1"/>
      <p:bldP spid="14" grpId="0" animBg="1"/>
      <p:bldP spid="20" grpId="0"/>
      <p:bldP spid="21" grpId="0"/>
      <p:bldP spid="36" grpId="0" animBg="1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1" y="333298"/>
            <a:ext cx="9174672" cy="800219"/>
          </a:xfrm>
        </p:spPr>
        <p:txBody>
          <a:bodyPr/>
          <a:lstStyle/>
          <a:p>
            <a:r>
              <a:rPr lang="en-US" sz="2800" dirty="0"/>
              <a:t>Airtel </a:t>
            </a:r>
            <a:r>
              <a:rPr lang="en-US" sz="2800" dirty="0" smtClean="0"/>
              <a:t>- The </a:t>
            </a:r>
            <a:r>
              <a:rPr lang="en-US" sz="2730" dirty="0"/>
              <a:t>Safe</a:t>
            </a:r>
            <a:r>
              <a:rPr lang="en-US" sz="2800" dirty="0"/>
              <a:t> Network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CA26-C1CC-4617-876D-621EFCA9C4EB}" type="slidenum">
              <a:rPr kumimoji="0" lang="en-IN" sz="1213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1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66BC98-4D7F-05E6-3D41-380D0EA80682}"/>
              </a:ext>
            </a:extLst>
          </p:cNvPr>
          <p:cNvSpPr txBox="1">
            <a:spLocks/>
          </p:cNvSpPr>
          <p:nvPr/>
        </p:nvSpPr>
        <p:spPr>
          <a:xfrm>
            <a:off x="254001" y="1133777"/>
            <a:ext cx="11682270" cy="659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EC031-EFBB-146B-8D25-BBC268E49AE5}"/>
              </a:ext>
            </a:extLst>
          </p:cNvPr>
          <p:cNvSpPr txBox="1"/>
          <p:nvPr/>
        </p:nvSpPr>
        <p:spPr>
          <a:xfrm>
            <a:off x="961524" y="2984662"/>
            <a:ext cx="6996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Airtel has introduced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AI-powered Fraud Detection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solution that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detects and blocks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phishing attacks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malicious links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real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time across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browsers, emails, and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like WhatsApp, Instagram, and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Telegram to protect your company data.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73FDC-C496-3CE4-58D9-B6F053AA4A12}"/>
              </a:ext>
            </a:extLst>
          </p:cNvPr>
          <p:cNvSpPr txBox="1"/>
          <p:nvPr/>
        </p:nvSpPr>
        <p:spPr>
          <a:xfrm>
            <a:off x="961524" y="4704209"/>
            <a:ext cx="6996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Seamlessly built into Airtel’s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network: No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apps, no tools, no setup. Automatically protects all enterprise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users.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9EC886E8-9AEA-C016-B50B-495350C31636}"/>
              </a:ext>
            </a:extLst>
          </p:cNvPr>
          <p:cNvSpPr/>
          <p:nvPr/>
        </p:nvSpPr>
        <p:spPr>
          <a:xfrm>
            <a:off x="194987" y="2089788"/>
            <a:ext cx="11809377" cy="3956546"/>
          </a:xfrm>
          <a:prstGeom prst="roundRect">
            <a:avLst>
              <a:gd name="adj" fmla="val 7013"/>
            </a:avLst>
          </a:prstGeom>
          <a:noFill/>
          <a:ln w="28575">
            <a:solidFill>
              <a:srgbClr val="A5A5A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A6BBAF6-1A50-95DE-A1AF-37A42B6C5C29}"/>
              </a:ext>
            </a:extLst>
          </p:cNvPr>
          <p:cNvSpPr/>
          <p:nvPr/>
        </p:nvSpPr>
        <p:spPr>
          <a:xfrm>
            <a:off x="395678" y="1855926"/>
            <a:ext cx="2334030" cy="467723"/>
          </a:xfrm>
          <a:prstGeom prst="roundRect">
            <a:avLst/>
          </a:prstGeom>
          <a:solidFill>
            <a:schemeClr val="accent2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Airtel’s Solve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3BC7BA-05BF-DF8E-6387-94C3F47384D0}"/>
              </a:ext>
            </a:extLst>
          </p:cNvPr>
          <p:cNvSpPr/>
          <p:nvPr/>
        </p:nvSpPr>
        <p:spPr>
          <a:xfrm>
            <a:off x="483573" y="3095845"/>
            <a:ext cx="447472" cy="4085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DA9D8B-665B-1166-E6DD-CEA576B0B937}"/>
              </a:ext>
            </a:extLst>
          </p:cNvPr>
          <p:cNvSpPr/>
          <p:nvPr/>
        </p:nvSpPr>
        <p:spPr>
          <a:xfrm>
            <a:off x="483573" y="4700359"/>
            <a:ext cx="447472" cy="4085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18A13E-EA2B-6ED3-7EED-5B42DEC7A9FF}"/>
              </a:ext>
            </a:extLst>
          </p:cNvPr>
          <p:cNvSpPr txBox="1"/>
          <p:nvPr/>
        </p:nvSpPr>
        <p:spPr>
          <a:xfrm>
            <a:off x="1562693" y="5836751"/>
            <a:ext cx="9084497" cy="408623"/>
          </a:xfrm>
          <a:prstGeom prst="roundRect">
            <a:avLst/>
          </a:prstGeom>
          <a:solidFill>
            <a:srgbClr val="374150"/>
          </a:solidFill>
          <a:ln>
            <a:solidFill>
              <a:srgbClr val="A5A5A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Airtel is now the only telco in India offering intelligent link protection at the network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level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Calibri"/>
                <a:cs typeface="Calibri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D427BCBF-173E-99D4-6645-E487626B8989}"/>
              </a:ext>
            </a:extLst>
          </p:cNvPr>
          <p:cNvSpPr/>
          <p:nvPr/>
        </p:nvSpPr>
        <p:spPr>
          <a:xfrm>
            <a:off x="254001" y="918513"/>
            <a:ext cx="11402920" cy="694758"/>
          </a:xfrm>
          <a:prstGeom prst="roundRect">
            <a:avLst/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We’ve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protected you from spam calls and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SMS,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now, we’re stepping up with real-time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fraud,</a:t>
            </a:r>
            <a:r>
              <a:rPr kumimoji="0" 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phishing attack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malicious link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protection!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12650" r="60524" b="5075"/>
          <a:stretch/>
        </p:blipFill>
        <p:spPr>
          <a:xfrm>
            <a:off x="7988942" y="2099482"/>
            <a:ext cx="1820331" cy="36232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61813" t="4851" r="12791" b="4851"/>
          <a:stretch/>
        </p:blipFill>
        <p:spPr>
          <a:xfrm>
            <a:off x="10199181" y="2269451"/>
            <a:ext cx="1737090" cy="3474179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9809273" y="3911088"/>
            <a:ext cx="389908" cy="273903"/>
          </a:xfrm>
          <a:prstGeom prst="rightArrow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41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33298"/>
            <a:ext cx="11242599" cy="400110"/>
          </a:xfrm>
        </p:spPr>
        <p:txBody>
          <a:bodyPr/>
          <a:lstStyle/>
          <a:p>
            <a:r>
              <a:rPr lang="en-US" sz="2600" dirty="0" smtClean="0"/>
              <a:t>Airtel advantage with </a:t>
            </a:r>
            <a:r>
              <a:rPr lang="en-US" sz="2600" dirty="0"/>
              <a:t>P</a:t>
            </a:r>
            <a:r>
              <a:rPr lang="en-US" sz="2600" dirty="0" smtClean="0"/>
              <a:t>erplexity </a:t>
            </a:r>
            <a:r>
              <a:rPr lang="en-US" sz="2600" dirty="0"/>
              <a:t>P</a:t>
            </a:r>
            <a:r>
              <a:rPr lang="en-US" sz="2600" dirty="0" smtClean="0"/>
              <a:t>ro AI</a:t>
            </a:r>
            <a:endParaRPr lang="en-US" sz="2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0994" y="6365519"/>
            <a:ext cx="724268" cy="18663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CA26-C1CC-4617-876D-621EFCA9C4EB}" type="slidenum">
              <a:rPr kumimoji="0" lang="en-IN" sz="1213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1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66BC98-4D7F-05E6-3D41-380D0EA80682}"/>
              </a:ext>
            </a:extLst>
          </p:cNvPr>
          <p:cNvSpPr txBox="1">
            <a:spLocks/>
          </p:cNvSpPr>
          <p:nvPr/>
        </p:nvSpPr>
        <p:spPr>
          <a:xfrm>
            <a:off x="254001" y="1133777"/>
            <a:ext cx="11682270" cy="659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EC031-EFBB-146B-8D25-BBC268E49AE5}"/>
              </a:ext>
            </a:extLst>
          </p:cNvPr>
          <p:cNvSpPr txBox="1"/>
          <p:nvPr/>
        </p:nvSpPr>
        <p:spPr>
          <a:xfrm>
            <a:off x="930661" y="2461873"/>
            <a:ext cx="9896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dirty="0" smtClean="0"/>
              <a:t>Deep dive with thousands </a:t>
            </a:r>
            <a:r>
              <a:rPr lang="en-US" sz="1600" dirty="0"/>
              <a:t>of Pro searches 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9EC886E8-9AEA-C016-B50B-495350C31636}"/>
              </a:ext>
            </a:extLst>
          </p:cNvPr>
          <p:cNvSpPr/>
          <p:nvPr/>
        </p:nvSpPr>
        <p:spPr>
          <a:xfrm>
            <a:off x="194987" y="1934670"/>
            <a:ext cx="11809377" cy="3956546"/>
          </a:xfrm>
          <a:prstGeom prst="roundRect">
            <a:avLst>
              <a:gd name="adj" fmla="val 7013"/>
            </a:avLst>
          </a:prstGeom>
          <a:noFill/>
          <a:ln w="28575">
            <a:solidFill>
              <a:srgbClr val="A5A5A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A6BBAF6-1A50-95DE-A1AF-37A42B6C5C29}"/>
              </a:ext>
            </a:extLst>
          </p:cNvPr>
          <p:cNvSpPr/>
          <p:nvPr/>
        </p:nvSpPr>
        <p:spPr>
          <a:xfrm>
            <a:off x="395678" y="1700808"/>
            <a:ext cx="6636426" cy="467723"/>
          </a:xfrm>
          <a:prstGeom prst="roundRect">
            <a:avLst/>
          </a:prstGeom>
          <a:solidFill>
            <a:schemeClr val="accent2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benefits to your business </a:t>
            </a:r>
            <a:r>
              <a:rPr kumimoji="0" lang="en-US" sz="18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 Perplexity </a:t>
            </a:r>
            <a:r>
              <a:rPr lang="en-US" b="1" dirty="0" smtClean="0">
                <a:solidFill>
                  <a:srgbClr val="FFFFFF"/>
                </a:solidFill>
                <a:latin typeface="Arial" panose="020B0604020202020204"/>
              </a:rPr>
              <a:t>P</a:t>
            </a:r>
            <a:r>
              <a:rPr kumimoji="0" lang="en-US" sz="1800" b="1" i="0" u="none" strike="noStrike" kern="1200" cap="none" spc="0" normalizeH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</a:t>
            </a:r>
            <a:r>
              <a:rPr kumimoji="0" lang="en-US" sz="18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3BC7BA-05BF-DF8E-6387-94C3F47384D0}"/>
              </a:ext>
            </a:extLst>
          </p:cNvPr>
          <p:cNvSpPr/>
          <p:nvPr/>
        </p:nvSpPr>
        <p:spPr>
          <a:xfrm>
            <a:off x="440194" y="2419130"/>
            <a:ext cx="447472" cy="4085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DA9D8B-665B-1166-E6DD-CEA576B0B937}"/>
              </a:ext>
            </a:extLst>
          </p:cNvPr>
          <p:cNvSpPr/>
          <p:nvPr/>
        </p:nvSpPr>
        <p:spPr>
          <a:xfrm>
            <a:off x="457790" y="3201874"/>
            <a:ext cx="447472" cy="4085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18A13E-EA2B-6ED3-7EED-5B42DEC7A9FF}"/>
              </a:ext>
            </a:extLst>
          </p:cNvPr>
          <p:cNvSpPr txBox="1"/>
          <p:nvPr/>
        </p:nvSpPr>
        <p:spPr>
          <a:xfrm>
            <a:off x="839416" y="5681633"/>
            <a:ext cx="10585176" cy="374571"/>
          </a:xfrm>
          <a:prstGeom prst="roundRect">
            <a:avLst/>
          </a:prstGeom>
          <a:solidFill>
            <a:srgbClr val="374150"/>
          </a:solidFill>
          <a:ln>
            <a:solidFill>
              <a:srgbClr val="A5A5A5"/>
            </a:solidFill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600" dirty="0" smtClean="0">
                <a:solidFill>
                  <a:srgbClr val="FFFFFF"/>
                </a:solidFill>
                <a:latin typeface="Arial" panose="020B0604020202020204"/>
              </a:rPr>
              <a:t>Corporate Plans will include a 12-month subscription of Perplexity Pro AI worth </a:t>
            </a:r>
            <a:r>
              <a:rPr lang="en-US" sz="1600" dirty="0" smtClean="0">
                <a:solidFill>
                  <a:srgbClr val="FFFFFF"/>
                </a:solidFill>
              </a:rPr>
              <a:t>17,000 </a:t>
            </a:r>
            <a:r>
              <a:rPr lang="en-US" sz="1600" dirty="0">
                <a:solidFill>
                  <a:srgbClr val="FFFFFF"/>
                </a:solidFill>
              </a:rPr>
              <a:t>for a year at </a:t>
            </a:r>
            <a:r>
              <a:rPr lang="en-US" sz="1600" dirty="0" smtClean="0">
                <a:solidFill>
                  <a:srgbClr val="FFFFFF"/>
                </a:solidFill>
              </a:rPr>
              <a:t>no </a:t>
            </a:r>
            <a:r>
              <a:rPr lang="en-US" sz="1600" dirty="0">
                <a:solidFill>
                  <a:srgbClr val="FFFFFF"/>
                </a:solidFill>
              </a:rPr>
              <a:t>extra </a:t>
            </a:r>
            <a:r>
              <a:rPr lang="en-US" sz="1600" dirty="0" smtClean="0">
                <a:solidFill>
                  <a:srgbClr val="FFFFFF"/>
                </a:solidFill>
              </a:rPr>
              <a:t>cost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D427BCBF-173E-99D4-6645-E487626B8989}"/>
              </a:ext>
            </a:extLst>
          </p:cNvPr>
          <p:cNvSpPr/>
          <p:nvPr/>
        </p:nvSpPr>
        <p:spPr>
          <a:xfrm>
            <a:off x="119337" y="968789"/>
            <a:ext cx="11816934" cy="493098"/>
          </a:xfrm>
          <a:prstGeom prst="roundRect">
            <a:avLst/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Calibri"/>
              <a:cs typeface="Calib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1DA9D8B-665B-1166-E6DD-CEA576B0B937}"/>
              </a:ext>
            </a:extLst>
          </p:cNvPr>
          <p:cNvSpPr/>
          <p:nvPr/>
        </p:nvSpPr>
        <p:spPr>
          <a:xfrm>
            <a:off x="440194" y="4918262"/>
            <a:ext cx="447472" cy="4085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rial" panose="020B0604020202020204"/>
              </a:rPr>
              <a:t>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DA9D8B-665B-1166-E6DD-CEA576B0B937}"/>
              </a:ext>
            </a:extLst>
          </p:cNvPr>
          <p:cNvSpPr/>
          <p:nvPr/>
        </p:nvSpPr>
        <p:spPr>
          <a:xfrm>
            <a:off x="428181" y="4035397"/>
            <a:ext cx="447472" cy="4085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rial" panose="020B0604020202020204"/>
              </a:rPr>
              <a:t>3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2617" y="3234462"/>
            <a:ext cx="9248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Analyze complex files, PDFs </a:t>
            </a:r>
            <a:r>
              <a:rPr lang="en-US" sz="1600" dirty="0" smtClean="0"/>
              <a:t>and receive </a:t>
            </a:r>
            <a:r>
              <a:rPr lang="en-US" sz="1600" dirty="0"/>
              <a:t>instant </a:t>
            </a:r>
            <a:r>
              <a:rPr lang="en-US" sz="1600" dirty="0" smtClean="0"/>
              <a:t>summaries 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930661" y="4065887"/>
            <a:ext cx="9728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Access verified information with real-time citations from trusted </a:t>
            </a:r>
            <a:r>
              <a:rPr lang="en-US" sz="1600" dirty="0" smtClean="0"/>
              <a:t>sources</a:t>
            </a:r>
            <a:endParaRPr 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930661" y="4953266"/>
            <a:ext cx="11905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dirty="0"/>
              <a:t>Choose </a:t>
            </a:r>
            <a:r>
              <a:rPr lang="en-US" sz="1600" dirty="0" smtClean="0"/>
              <a:t>from the </a:t>
            </a:r>
            <a:r>
              <a:rPr lang="en-US" sz="1600" dirty="0"/>
              <a:t>most advanced AI models </a:t>
            </a:r>
            <a:r>
              <a:rPr lang="en-US" sz="1600" dirty="0" smtClean="0"/>
              <a:t>available like GPT4.1, Gemini, Claude</a:t>
            </a: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245" y="2320428"/>
            <a:ext cx="3155720" cy="32093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992964" y="3933056"/>
            <a:ext cx="230761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857" y="3905557"/>
            <a:ext cx="1616674" cy="2804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4314" y="829429"/>
            <a:ext cx="115306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US" sz="1500" dirty="0">
                <a:solidFill>
                  <a:schemeClr val="bg1"/>
                </a:solidFill>
              </a:rPr>
              <a:t>Empower your teams to work smarter, faster and more efficiently with Perplexity Pro AI, one of the world’s most advanced AI platforms</a:t>
            </a:r>
            <a:br>
              <a:rPr lang="en-US" sz="1500" dirty="0">
                <a:solidFill>
                  <a:schemeClr val="bg1"/>
                </a:solidFill>
              </a:rPr>
            </a:br>
            <a:endParaRPr lang="en-US" sz="15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04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Corporate Postpaid Plans offer unmatched value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Rectangle: Rounded Corners 47">
            <a:extLst>
              <a:ext uri="{FF2B5EF4-FFF2-40B4-BE49-F238E27FC236}">
                <a16:creationId xmlns:a16="http://schemas.microsoft.com/office/drawing/2014/main" id="{EFB903DD-2677-4209-E6FA-77F2F3139B3B}"/>
              </a:ext>
            </a:extLst>
          </p:cNvPr>
          <p:cNvSpPr/>
          <p:nvPr/>
        </p:nvSpPr>
        <p:spPr>
          <a:xfrm>
            <a:off x="385630" y="923925"/>
            <a:ext cx="11420740" cy="5568948"/>
          </a:xfrm>
          <a:prstGeom prst="roundRect">
            <a:avLst>
              <a:gd name="adj" fmla="val 3414"/>
            </a:avLst>
          </a:prstGeom>
          <a:solidFill>
            <a:schemeClr val="bg2"/>
          </a:solidFill>
          <a:ln>
            <a:noFill/>
            <a:prstDash val="solid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Arial" panose="020B0604020202020204" pitchFamily="34" charset="0"/>
            </a:endParaRP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8E5E4C8F-6E6F-E27F-5804-FC322CCDE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01211"/>
              </p:ext>
            </p:extLst>
          </p:nvPr>
        </p:nvGraphicFramePr>
        <p:xfrm>
          <a:off x="1190835" y="2000941"/>
          <a:ext cx="10248690" cy="1657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115">
                  <a:extLst>
                    <a:ext uri="{9D8B030D-6E8A-4147-A177-3AD203B41FA5}">
                      <a16:colId xmlns:a16="http://schemas.microsoft.com/office/drawing/2014/main" val="2177981688"/>
                    </a:ext>
                  </a:extLst>
                </a:gridCol>
                <a:gridCol w="1708115">
                  <a:extLst>
                    <a:ext uri="{9D8B030D-6E8A-4147-A177-3AD203B41FA5}">
                      <a16:colId xmlns:a16="http://schemas.microsoft.com/office/drawing/2014/main" val="4235780276"/>
                    </a:ext>
                  </a:extLst>
                </a:gridCol>
                <a:gridCol w="1708115">
                  <a:extLst>
                    <a:ext uri="{9D8B030D-6E8A-4147-A177-3AD203B41FA5}">
                      <a16:colId xmlns:a16="http://schemas.microsoft.com/office/drawing/2014/main" val="3685315063"/>
                    </a:ext>
                  </a:extLst>
                </a:gridCol>
                <a:gridCol w="1708115">
                  <a:extLst>
                    <a:ext uri="{9D8B030D-6E8A-4147-A177-3AD203B41FA5}">
                      <a16:colId xmlns:a16="http://schemas.microsoft.com/office/drawing/2014/main" val="3098227108"/>
                    </a:ext>
                  </a:extLst>
                </a:gridCol>
                <a:gridCol w="1708115">
                  <a:extLst>
                    <a:ext uri="{9D8B030D-6E8A-4147-A177-3AD203B41FA5}">
                      <a16:colId xmlns:a16="http://schemas.microsoft.com/office/drawing/2014/main" val="2994008817"/>
                    </a:ext>
                  </a:extLst>
                </a:gridCol>
                <a:gridCol w="1708115">
                  <a:extLst>
                    <a:ext uri="{9D8B030D-6E8A-4147-A177-3AD203B41FA5}">
                      <a16:colId xmlns:a16="http://schemas.microsoft.com/office/drawing/2014/main" val="3131796192"/>
                    </a:ext>
                  </a:extLst>
                </a:gridCol>
              </a:tblGrid>
              <a:tr h="55251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n>
                            <a:noFill/>
                          </a:ln>
                        </a:rPr>
                        <a:t>Monthly rental</a:t>
                      </a:r>
                      <a:endParaRPr lang="en-IN" sz="1400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400" b="1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349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399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400" b="1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400" b="1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549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I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1649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821809"/>
                  </a:ext>
                </a:extLst>
              </a:tr>
              <a:tr h="55251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IN" sz="14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30 GB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40 GB 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60 GB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100 GB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en-IN" sz="140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GB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68019"/>
                  </a:ext>
                </a:extLst>
              </a:tr>
              <a:tr h="55251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Voice</a:t>
                      </a:r>
                      <a:endParaRPr lang="en-IN" sz="14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Unlimited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Unlimited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Unlimited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Unlimited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Unlimited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68970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162C7AB8-4A1E-F313-098C-0E87CDFD4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820887"/>
              </p:ext>
            </p:extLst>
          </p:nvPr>
        </p:nvGraphicFramePr>
        <p:xfrm>
          <a:off x="1199455" y="4509120"/>
          <a:ext cx="10240068" cy="151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678">
                  <a:extLst>
                    <a:ext uri="{9D8B030D-6E8A-4147-A177-3AD203B41FA5}">
                      <a16:colId xmlns:a16="http://schemas.microsoft.com/office/drawing/2014/main" val="2177981688"/>
                    </a:ext>
                  </a:extLst>
                </a:gridCol>
                <a:gridCol w="1706678">
                  <a:extLst>
                    <a:ext uri="{9D8B030D-6E8A-4147-A177-3AD203B41FA5}">
                      <a16:colId xmlns:a16="http://schemas.microsoft.com/office/drawing/2014/main" val="4235780276"/>
                    </a:ext>
                  </a:extLst>
                </a:gridCol>
                <a:gridCol w="1706678">
                  <a:extLst>
                    <a:ext uri="{9D8B030D-6E8A-4147-A177-3AD203B41FA5}">
                      <a16:colId xmlns:a16="http://schemas.microsoft.com/office/drawing/2014/main" val="3685315063"/>
                    </a:ext>
                  </a:extLst>
                </a:gridCol>
                <a:gridCol w="1706678">
                  <a:extLst>
                    <a:ext uri="{9D8B030D-6E8A-4147-A177-3AD203B41FA5}">
                      <a16:colId xmlns:a16="http://schemas.microsoft.com/office/drawing/2014/main" val="3098227108"/>
                    </a:ext>
                  </a:extLst>
                </a:gridCol>
                <a:gridCol w="1706678">
                  <a:extLst>
                    <a:ext uri="{9D8B030D-6E8A-4147-A177-3AD203B41FA5}">
                      <a16:colId xmlns:a16="http://schemas.microsoft.com/office/drawing/2014/main" val="2994008817"/>
                    </a:ext>
                  </a:extLst>
                </a:gridCol>
                <a:gridCol w="1706678">
                  <a:extLst>
                    <a:ext uri="{9D8B030D-6E8A-4147-A177-3AD203B41FA5}">
                      <a16:colId xmlns:a16="http://schemas.microsoft.com/office/drawing/2014/main" val="1398380275"/>
                    </a:ext>
                  </a:extLst>
                </a:gridCol>
              </a:tblGrid>
              <a:tr h="75845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n>
                            <a:noFill/>
                          </a:ln>
                        </a:rPr>
                        <a:t>Tracemate</a:t>
                      </a:r>
                      <a:endParaRPr lang="en-IN" sz="1400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endParaRPr lang="en-I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821809"/>
                  </a:ext>
                </a:extLst>
              </a:tr>
              <a:tr h="75845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Airtel Call Manager</a:t>
                      </a:r>
                      <a:endParaRPr lang="en-IN" sz="14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68970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4548B87A-0C97-B4C5-5FD8-953133B22628}"/>
              </a:ext>
            </a:extLst>
          </p:cNvPr>
          <p:cNvSpPr txBox="1">
            <a:spLocks/>
          </p:cNvSpPr>
          <p:nvPr/>
        </p:nvSpPr>
        <p:spPr>
          <a:xfrm>
            <a:off x="619071" y="3888307"/>
            <a:ext cx="10996338" cy="425249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600">
                <a:solidFill>
                  <a:schemeClr val="bg1"/>
                </a:solidFill>
                <a:latin typeface="+mn-lt"/>
                <a:ea typeface="+mj-lt"/>
              </a:rPr>
              <a:t>BUSINESS BENEFITS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11493E47-4478-0B47-A8BE-401838914D2D}"/>
              </a:ext>
            </a:extLst>
          </p:cNvPr>
          <p:cNvSpPr txBox="1">
            <a:spLocks/>
          </p:cNvSpPr>
          <p:nvPr/>
        </p:nvSpPr>
        <p:spPr>
          <a:xfrm>
            <a:off x="597831" y="1373598"/>
            <a:ext cx="10996338" cy="425249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600">
                <a:solidFill>
                  <a:schemeClr val="bg1"/>
                </a:solidFill>
                <a:latin typeface="+mn-lt"/>
                <a:ea typeface="+mj-lt"/>
              </a:rPr>
              <a:t>MOBILE PLANS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078E43-3F15-FAB9-EEEC-0CA9E171F9AE}"/>
              </a:ext>
            </a:extLst>
          </p:cNvPr>
          <p:cNvSpPr/>
          <p:nvPr/>
        </p:nvSpPr>
        <p:spPr>
          <a:xfrm>
            <a:off x="576591" y="1203801"/>
            <a:ext cx="776020" cy="776020"/>
          </a:xfrm>
          <a:prstGeom prst="ellipse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C39B92B-9B54-CA78-AA18-789C0CD3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21" y="1321466"/>
            <a:ext cx="561810" cy="56181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E9D4C632-C1E7-E987-D4E3-696D4A3AFBBD}"/>
              </a:ext>
            </a:extLst>
          </p:cNvPr>
          <p:cNvSpPr/>
          <p:nvPr/>
        </p:nvSpPr>
        <p:spPr>
          <a:xfrm>
            <a:off x="580104" y="3722303"/>
            <a:ext cx="762646" cy="762646"/>
          </a:xfrm>
          <a:prstGeom prst="ellipse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45F1FF8-B812-8FAC-15AA-71BBD9E3D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895" y="3822713"/>
            <a:ext cx="547062" cy="55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5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1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80">
            <a:extLst>
              <a:ext uri="{FF2B5EF4-FFF2-40B4-BE49-F238E27FC236}">
                <a16:creationId xmlns:a16="http://schemas.microsoft.com/office/drawing/2014/main" id="{7F37F6F4-9864-3BE1-E46B-47A143B527E5}"/>
              </a:ext>
            </a:extLst>
          </p:cNvPr>
          <p:cNvSpPr/>
          <p:nvPr/>
        </p:nvSpPr>
        <p:spPr>
          <a:xfrm>
            <a:off x="397401" y="2826989"/>
            <a:ext cx="11397198" cy="3321890"/>
          </a:xfrm>
          <a:prstGeom prst="roundRect">
            <a:avLst>
              <a:gd name="adj" fmla="val 3414"/>
            </a:avLst>
          </a:prstGeom>
          <a:solidFill>
            <a:srgbClr val="242B30"/>
          </a:solidFill>
          <a:ln>
            <a:solidFill>
              <a:srgbClr val="232A30"/>
            </a:solidFill>
            <a:prstDash val="solid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Arial" panose="020B0604020202020204" pitchFamily="34" charset="0"/>
            </a:endParaRPr>
          </a:p>
        </p:txBody>
      </p:sp>
      <p:sp>
        <p:nvSpPr>
          <p:cNvPr id="20" name="Rectangle: Rounded Corners 94">
            <a:extLst>
              <a:ext uri="{FF2B5EF4-FFF2-40B4-BE49-F238E27FC236}">
                <a16:creationId xmlns:a16="http://schemas.microsoft.com/office/drawing/2014/main" id="{9DEFA676-2FC1-23E7-5786-B86A1104D01F}"/>
              </a:ext>
            </a:extLst>
          </p:cNvPr>
          <p:cNvSpPr/>
          <p:nvPr/>
        </p:nvSpPr>
        <p:spPr>
          <a:xfrm>
            <a:off x="676825" y="3126847"/>
            <a:ext cx="6953250" cy="2746702"/>
          </a:xfrm>
          <a:prstGeom prst="roundRect">
            <a:avLst>
              <a:gd name="adj" fmla="val 3996"/>
            </a:avLst>
          </a:prstGeom>
          <a:solidFill>
            <a:schemeClr val="bg2"/>
          </a:solidFill>
          <a:ln>
            <a:noFill/>
            <a:prstDash val="dash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Loads of Data for unmatched experience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10</a:t>
            </a:fld>
            <a:endParaRPr lang="en-IN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BFDC6E55-573B-2E1C-D6D6-2C1B661AE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425682"/>
              </p:ext>
            </p:extLst>
          </p:nvPr>
        </p:nvGraphicFramePr>
        <p:xfrm>
          <a:off x="365125" y="1568270"/>
          <a:ext cx="11461746" cy="93072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10291">
                  <a:extLst>
                    <a:ext uri="{9D8B030D-6E8A-4147-A177-3AD203B41FA5}">
                      <a16:colId xmlns:a16="http://schemas.microsoft.com/office/drawing/2014/main" val="1318515330"/>
                    </a:ext>
                  </a:extLst>
                </a:gridCol>
                <a:gridCol w="1910291">
                  <a:extLst>
                    <a:ext uri="{9D8B030D-6E8A-4147-A177-3AD203B41FA5}">
                      <a16:colId xmlns:a16="http://schemas.microsoft.com/office/drawing/2014/main" val="384402765"/>
                    </a:ext>
                  </a:extLst>
                </a:gridCol>
                <a:gridCol w="1910291">
                  <a:extLst>
                    <a:ext uri="{9D8B030D-6E8A-4147-A177-3AD203B41FA5}">
                      <a16:colId xmlns:a16="http://schemas.microsoft.com/office/drawing/2014/main" val="3435276683"/>
                    </a:ext>
                  </a:extLst>
                </a:gridCol>
                <a:gridCol w="1910291">
                  <a:extLst>
                    <a:ext uri="{9D8B030D-6E8A-4147-A177-3AD203B41FA5}">
                      <a16:colId xmlns:a16="http://schemas.microsoft.com/office/drawing/2014/main" val="76717278"/>
                    </a:ext>
                  </a:extLst>
                </a:gridCol>
                <a:gridCol w="1910291">
                  <a:extLst>
                    <a:ext uri="{9D8B030D-6E8A-4147-A177-3AD203B41FA5}">
                      <a16:colId xmlns:a16="http://schemas.microsoft.com/office/drawing/2014/main" val="3961319336"/>
                    </a:ext>
                  </a:extLst>
                </a:gridCol>
                <a:gridCol w="1910291">
                  <a:extLst>
                    <a:ext uri="{9D8B030D-6E8A-4147-A177-3AD203B41FA5}">
                      <a16:colId xmlns:a16="http://schemas.microsoft.com/office/drawing/2014/main" val="3369614996"/>
                    </a:ext>
                  </a:extLst>
                </a:gridCol>
              </a:tblGrid>
              <a:tr h="465361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+mn-lt"/>
                        </a:rPr>
                        <a:t>Plan / Data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399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1649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01817"/>
                  </a:ext>
                </a:extLst>
              </a:tr>
              <a:tr h="465361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+mn-lt"/>
                        </a:rPr>
                        <a:t>Data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30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40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60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100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</a:rPr>
                        <a:t>500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506029"/>
                  </a:ext>
                </a:extLst>
              </a:tr>
            </a:tbl>
          </a:graphicData>
        </a:graphic>
      </p:graphicFrame>
      <p:sp>
        <p:nvSpPr>
          <p:cNvPr id="8" name="Rectangle: Rounded Corners 14">
            <a:extLst>
              <a:ext uri="{FF2B5EF4-FFF2-40B4-BE49-F238E27FC236}">
                <a16:creationId xmlns:a16="http://schemas.microsoft.com/office/drawing/2014/main" id="{BFD69C46-0F76-C725-2FBC-62253F91EA30}"/>
              </a:ext>
            </a:extLst>
          </p:cNvPr>
          <p:cNvSpPr/>
          <p:nvPr/>
        </p:nvSpPr>
        <p:spPr>
          <a:xfrm>
            <a:off x="3018975" y="3670012"/>
            <a:ext cx="2048744" cy="36899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endParaRPr lang="en-IN" sz="1600" b="1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E885253-0E02-6099-8A93-539891B24B0B}"/>
              </a:ext>
            </a:extLst>
          </p:cNvPr>
          <p:cNvSpPr txBox="1">
            <a:spLocks/>
          </p:cNvSpPr>
          <p:nvPr/>
        </p:nvSpPr>
        <p:spPr>
          <a:xfrm>
            <a:off x="3227042" y="3692197"/>
            <a:ext cx="1632610" cy="36899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How it works?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42F7B7C-F23C-525B-2414-6D0391C61CD6}"/>
              </a:ext>
            </a:extLst>
          </p:cNvPr>
          <p:cNvSpPr txBox="1">
            <a:spLocks/>
          </p:cNvSpPr>
          <p:nvPr/>
        </p:nvSpPr>
        <p:spPr>
          <a:xfrm>
            <a:off x="1557977" y="3245848"/>
            <a:ext cx="4970738" cy="3689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latin typeface="+mn-lt"/>
                <a:cs typeface="Arial" panose="020B0604020202020204" pitchFamily="34" charset="0"/>
              </a:rPr>
              <a:t>Never lose unused data with Data Rollover*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A0B6CB-34FE-91B5-5D58-30EB834893D4}"/>
              </a:ext>
            </a:extLst>
          </p:cNvPr>
          <p:cNvSpPr/>
          <p:nvPr/>
        </p:nvSpPr>
        <p:spPr>
          <a:xfrm>
            <a:off x="1574931" y="4243009"/>
            <a:ext cx="933480" cy="9334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80</a:t>
            </a:r>
          </a:p>
          <a:p>
            <a:pPr algn="ctr" defTabSz="914377"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GB</a:t>
            </a:r>
            <a:endParaRPr lang="en-IN" sz="1600" b="1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01C716-A04F-C228-C9E5-98AA029E85F0}"/>
              </a:ext>
            </a:extLst>
          </p:cNvPr>
          <p:cNvSpPr/>
          <p:nvPr/>
        </p:nvSpPr>
        <p:spPr>
          <a:xfrm>
            <a:off x="3585083" y="4243009"/>
            <a:ext cx="933480" cy="9334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100</a:t>
            </a:r>
          </a:p>
          <a:p>
            <a:pPr algn="ctr" defTabSz="914377"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GB</a:t>
            </a:r>
            <a:endParaRPr lang="en-IN" sz="1600" b="1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C5A10F-208D-15CA-A3E0-5423D4C22049}"/>
              </a:ext>
            </a:extLst>
          </p:cNvPr>
          <p:cNvSpPr/>
          <p:nvPr/>
        </p:nvSpPr>
        <p:spPr>
          <a:xfrm>
            <a:off x="5595235" y="4243009"/>
            <a:ext cx="933480" cy="9334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180</a:t>
            </a:r>
          </a:p>
          <a:p>
            <a:pPr algn="ctr" defTabSz="914377"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ea typeface="+mj-ea"/>
                <a:cs typeface="Arial" panose="020B0604020202020204" pitchFamily="34" charset="0"/>
              </a:rPr>
              <a:t>GB</a:t>
            </a:r>
            <a:endParaRPr lang="en-IN" sz="1600" b="1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F2ED75-8A03-3B41-66AB-06EA485701D4}"/>
              </a:ext>
            </a:extLst>
          </p:cNvPr>
          <p:cNvSpPr txBox="1"/>
          <p:nvPr/>
        </p:nvSpPr>
        <p:spPr>
          <a:xfrm>
            <a:off x="2849500" y="4462219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tx2"/>
                </a:solidFill>
                <a:cs typeface="Arial" panose="020B0604020202020204" pitchFamily="34" charset="0"/>
              </a:rPr>
              <a:t>+</a:t>
            </a:r>
            <a:endParaRPr lang="en-IN" sz="32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28B381-CD92-2C8F-BD82-E57C4C5C4231}"/>
              </a:ext>
            </a:extLst>
          </p:cNvPr>
          <p:cNvSpPr txBox="1"/>
          <p:nvPr/>
        </p:nvSpPr>
        <p:spPr>
          <a:xfrm>
            <a:off x="4859652" y="4462219"/>
            <a:ext cx="434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tx2"/>
                </a:solidFill>
                <a:cs typeface="Arial" panose="020B0604020202020204" pitchFamily="34" charset="0"/>
              </a:rPr>
              <a:t>=</a:t>
            </a:r>
            <a:endParaRPr lang="en-IN" sz="32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C1F4A5E-0D32-7CDE-47D7-262584B1F4B9}"/>
              </a:ext>
            </a:extLst>
          </p:cNvPr>
          <p:cNvSpPr txBox="1">
            <a:spLocks/>
          </p:cNvSpPr>
          <p:nvPr/>
        </p:nvSpPr>
        <p:spPr>
          <a:xfrm>
            <a:off x="1250669" y="5210057"/>
            <a:ext cx="1582003" cy="3689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latin typeface="+mn-lt"/>
                <a:cs typeface="Arial" panose="020B0604020202020204" pitchFamily="34" charset="0"/>
              </a:rPr>
              <a:t>Previous month’s unused allowance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FA51859-A604-1195-8DA7-7C432B32E30D}"/>
              </a:ext>
            </a:extLst>
          </p:cNvPr>
          <p:cNvSpPr txBox="1">
            <a:spLocks/>
          </p:cNvSpPr>
          <p:nvPr/>
        </p:nvSpPr>
        <p:spPr>
          <a:xfrm>
            <a:off x="3252345" y="5210057"/>
            <a:ext cx="1582003" cy="3689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latin typeface="+mn-lt"/>
                <a:cs typeface="Arial" panose="020B0604020202020204" pitchFamily="34" charset="0"/>
              </a:rPr>
              <a:t>Current month’s data allowance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09435E2-68EF-A8BD-19E5-4E7E5B821752}"/>
              </a:ext>
            </a:extLst>
          </p:cNvPr>
          <p:cNvSpPr txBox="1">
            <a:spLocks/>
          </p:cNvSpPr>
          <p:nvPr/>
        </p:nvSpPr>
        <p:spPr>
          <a:xfrm>
            <a:off x="5067718" y="5210057"/>
            <a:ext cx="1988513" cy="3689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latin typeface="+mn-lt"/>
                <a:cs typeface="Arial" panose="020B0604020202020204" pitchFamily="34" charset="0"/>
              </a:rPr>
              <a:t>Total data available for the current month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F8BAE2F-2736-3921-B65F-E7813490CF32}"/>
              </a:ext>
            </a:extLst>
          </p:cNvPr>
          <p:cNvSpPr txBox="1">
            <a:spLocks/>
          </p:cNvSpPr>
          <p:nvPr/>
        </p:nvSpPr>
        <p:spPr>
          <a:xfrm>
            <a:off x="6089675" y="6401571"/>
            <a:ext cx="5667375" cy="4066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Nunito Light" panose="0200050303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i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*Applicable on Specific Plans | Plan DOWNGRADE leads to LOSS of Accumulated Data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CB83CF31-3F65-6E21-F79D-20F88BA314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648" r="5818"/>
          <a:stretch/>
        </p:blipFill>
        <p:spPr bwMode="auto">
          <a:xfrm>
            <a:off x="7847421" y="2630609"/>
            <a:ext cx="3729832" cy="3737324"/>
          </a:xfrm>
          <a:prstGeom prst="ellips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F0B6DBA0-A8D5-7998-84B5-C8CC605078D6}"/>
              </a:ext>
            </a:extLst>
          </p:cNvPr>
          <p:cNvSpPr txBox="1">
            <a:spLocks/>
          </p:cNvSpPr>
          <p:nvPr/>
        </p:nvSpPr>
        <p:spPr>
          <a:xfrm>
            <a:off x="397401" y="966871"/>
            <a:ext cx="11429470" cy="427437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‘Stepped-up’ </a:t>
            </a:r>
            <a:r>
              <a:rPr lang="en-US" sz="1600" b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postpaid plans with</a:t>
            </a:r>
            <a:r>
              <a:rPr lang="en-US" sz="16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more data </a:t>
            </a:r>
            <a:r>
              <a:rPr lang="en-US" sz="1600" b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every month</a:t>
            </a:r>
          </a:p>
        </p:txBody>
      </p:sp>
    </p:spTree>
    <p:extLst>
      <p:ext uri="{BB962C8B-B14F-4D97-AF65-F5344CB8AC3E}">
        <p14:creationId xmlns:p14="http://schemas.microsoft.com/office/powerpoint/2010/main" val="89519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7">
            <a:extLst>
              <a:ext uri="{FF2B5EF4-FFF2-40B4-BE49-F238E27FC236}">
                <a16:creationId xmlns:a16="http://schemas.microsoft.com/office/drawing/2014/main" id="{BF69E4A8-1953-87B1-3C6B-2741AE1685EA}"/>
              </a:ext>
            </a:extLst>
          </p:cNvPr>
          <p:cNvSpPr/>
          <p:nvPr/>
        </p:nvSpPr>
        <p:spPr>
          <a:xfrm>
            <a:off x="397401" y="1015975"/>
            <a:ext cx="11397198" cy="5476897"/>
          </a:xfrm>
          <a:prstGeom prst="roundRect">
            <a:avLst>
              <a:gd name="adj" fmla="val 3414"/>
            </a:avLst>
          </a:prstGeom>
          <a:solidFill>
            <a:schemeClr val="accent1"/>
          </a:solidFill>
          <a:ln>
            <a:solidFill>
              <a:schemeClr val="accent3"/>
            </a:solidFill>
            <a:prstDash val="solid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18A840F6-0220-0A64-1578-ED77A4AC2894}"/>
              </a:ext>
            </a:extLst>
          </p:cNvPr>
          <p:cNvSpPr txBox="1">
            <a:spLocks/>
          </p:cNvSpPr>
          <p:nvPr/>
        </p:nvSpPr>
        <p:spPr>
          <a:xfrm rot="10800000" flipV="1">
            <a:off x="798400" y="1527773"/>
            <a:ext cx="2236028" cy="2262579"/>
          </a:xfrm>
          <a:prstGeom prst="round2SameRect">
            <a:avLst>
              <a:gd name="adj1" fmla="val 7579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5C49406-084E-ED63-13E2-B150ACBCB669}"/>
              </a:ext>
            </a:extLst>
          </p:cNvPr>
          <p:cNvSpPr txBox="1">
            <a:spLocks/>
          </p:cNvSpPr>
          <p:nvPr/>
        </p:nvSpPr>
        <p:spPr>
          <a:xfrm rot="10800000">
            <a:off x="798400" y="3687798"/>
            <a:ext cx="2236028" cy="2348413"/>
          </a:xfrm>
          <a:prstGeom prst="round2SameRect">
            <a:avLst>
              <a:gd name="adj1" fmla="val 7579"/>
              <a:gd name="adj2" fmla="val 0"/>
            </a:avLst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plans are affordable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1F6D74-6556-1104-DDEF-F6847C274077}"/>
              </a:ext>
            </a:extLst>
          </p:cNvPr>
          <p:cNvSpPr/>
          <p:nvPr/>
        </p:nvSpPr>
        <p:spPr>
          <a:xfrm>
            <a:off x="975505" y="3868324"/>
            <a:ext cx="188181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Save 18% GST on total rental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algn="ctr"/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Pocket-friendly </a:t>
            </a:r>
            <a:b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plans with </a:t>
            </a:r>
            <a:r>
              <a:rPr lang="en-IN" sz="1400" b="1">
                <a:solidFill>
                  <a:schemeClr val="tx2"/>
                </a:solidFill>
                <a:cs typeface="Arial" panose="020B0604020202020204" pitchFamily="34" charset="0"/>
              </a:rPr>
              <a:t>18% GST </a:t>
            </a: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input credit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49D0EE-860C-A145-F20E-63909C0B3F96}"/>
              </a:ext>
            </a:extLst>
          </p:cNvPr>
          <p:cNvCxnSpPr>
            <a:cxnSpLocks/>
          </p:cNvCxnSpPr>
          <p:nvPr/>
        </p:nvCxnSpPr>
        <p:spPr>
          <a:xfrm>
            <a:off x="1417104" y="4576625"/>
            <a:ext cx="998621" cy="0"/>
          </a:xfrm>
          <a:prstGeom prst="line">
            <a:avLst/>
          </a:prstGeom>
          <a:ln w="38100" cap="rnd">
            <a:solidFill>
              <a:schemeClr val="accent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6735A8D0-ED8A-387C-D6B5-D96E786E4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75280" y="2017471"/>
            <a:ext cx="1207914" cy="1207912"/>
          </a:xfrm>
          <a:prstGeom prst="rect">
            <a:avLst/>
          </a:prstGeom>
        </p:spPr>
      </p:pic>
      <p:sp>
        <p:nvSpPr>
          <p:cNvPr id="23" name="Title 2">
            <a:extLst>
              <a:ext uri="{FF2B5EF4-FFF2-40B4-BE49-F238E27FC236}">
                <a16:creationId xmlns:a16="http://schemas.microsoft.com/office/drawing/2014/main" id="{95D903E0-DB34-9461-61DB-83C3FBD99B83}"/>
              </a:ext>
            </a:extLst>
          </p:cNvPr>
          <p:cNvSpPr txBox="1">
            <a:spLocks/>
          </p:cNvSpPr>
          <p:nvPr/>
        </p:nvSpPr>
        <p:spPr>
          <a:xfrm rot="10800000" flipV="1">
            <a:off x="3555404" y="1527773"/>
            <a:ext cx="2236028" cy="2262579"/>
          </a:xfrm>
          <a:prstGeom prst="round2SameRect">
            <a:avLst>
              <a:gd name="adj1" fmla="val 8034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7" name="Title 2">
            <a:extLst>
              <a:ext uri="{FF2B5EF4-FFF2-40B4-BE49-F238E27FC236}">
                <a16:creationId xmlns:a16="http://schemas.microsoft.com/office/drawing/2014/main" id="{53B9515E-9727-850E-871E-A3DB629DEC0E}"/>
              </a:ext>
            </a:extLst>
          </p:cNvPr>
          <p:cNvSpPr txBox="1">
            <a:spLocks/>
          </p:cNvSpPr>
          <p:nvPr/>
        </p:nvSpPr>
        <p:spPr>
          <a:xfrm rot="10800000">
            <a:off x="3555404" y="3687798"/>
            <a:ext cx="2236028" cy="2348413"/>
          </a:xfrm>
          <a:prstGeom prst="round2SameRect">
            <a:avLst>
              <a:gd name="adj1" fmla="val 8034"/>
              <a:gd name="adj2" fmla="val 0"/>
            </a:avLst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DDF58D-7E73-C152-06DE-3A9F81D6B048}"/>
              </a:ext>
            </a:extLst>
          </p:cNvPr>
          <p:cNvSpPr/>
          <p:nvPr/>
        </p:nvSpPr>
        <p:spPr>
          <a:xfrm>
            <a:off x="3627889" y="3846693"/>
            <a:ext cx="209105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Lower </a:t>
            </a:r>
            <a:br>
              <a:rPr kumimoji="0" lang="en-IN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IN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starting price  </a:t>
            </a:r>
            <a:endParaRPr lang="en-IN" sz="140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algn="ctr"/>
            <a:endParaRPr lang="en-IN" sz="140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/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Our plans starting </a:t>
            </a:r>
            <a:b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from </a:t>
            </a:r>
            <a:r>
              <a:rPr lang="en-IN" sz="1400" b="1">
                <a:solidFill>
                  <a:schemeClr val="tx2"/>
                </a:solidFill>
                <a:cs typeface="Arial" panose="020B0604020202020204" pitchFamily="34" charset="0"/>
              </a:rPr>
              <a:t>349 </a:t>
            </a: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compared to standard market </a:t>
            </a:r>
            <a:b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norm of </a:t>
            </a:r>
            <a:r>
              <a:rPr lang="en-IN" sz="1400" b="1">
                <a:solidFill>
                  <a:schemeClr val="tx2"/>
                </a:solidFill>
                <a:cs typeface="Arial" panose="020B0604020202020204" pitchFamily="34" charset="0"/>
              </a:rPr>
              <a:t>399</a:t>
            </a: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 for better affordability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31E210-4E4B-A443-5958-948CEB2C6403}"/>
              </a:ext>
            </a:extLst>
          </p:cNvPr>
          <p:cNvCxnSpPr>
            <a:cxnSpLocks/>
          </p:cNvCxnSpPr>
          <p:nvPr/>
        </p:nvCxnSpPr>
        <p:spPr>
          <a:xfrm>
            <a:off x="4174107" y="4563454"/>
            <a:ext cx="998621" cy="0"/>
          </a:xfrm>
          <a:prstGeom prst="line">
            <a:avLst/>
          </a:prstGeom>
          <a:ln w="38100" cap="rnd">
            <a:solidFill>
              <a:schemeClr val="accent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0409F8AB-46FF-DF93-0CB6-3744D7031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082643" y="2017471"/>
            <a:ext cx="1207912" cy="1207912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DB7AFA6-C962-E693-41B7-159228129C1B}"/>
              </a:ext>
            </a:extLst>
          </p:cNvPr>
          <p:cNvSpPr/>
          <p:nvPr/>
        </p:nvSpPr>
        <p:spPr>
          <a:xfrm>
            <a:off x="6400570" y="1400464"/>
            <a:ext cx="4782700" cy="4782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A129B63E-7285-8E73-074A-65A1CF1D9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09" r="9557"/>
          <a:stretch/>
        </p:blipFill>
        <p:spPr bwMode="auto">
          <a:xfrm>
            <a:off x="6599552" y="1595044"/>
            <a:ext cx="4384736" cy="4393542"/>
          </a:xfrm>
          <a:prstGeom prst="ellips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6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  <p:bldP spid="22" grpId="0" animBg="1"/>
      <p:bldP spid="8" grpId="0"/>
      <p:bldP spid="23" grpId="0" animBg="1"/>
      <p:bldP spid="27" grpId="0" animBg="1"/>
      <p:bldP spid="28" grpId="0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exclusive features..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Rectangle: Rounded Corners 94">
            <a:extLst>
              <a:ext uri="{FF2B5EF4-FFF2-40B4-BE49-F238E27FC236}">
                <a16:creationId xmlns:a16="http://schemas.microsoft.com/office/drawing/2014/main" id="{18BD8058-7DF5-B7F2-F88F-BBE6A3D1AB8B}"/>
              </a:ext>
            </a:extLst>
          </p:cNvPr>
          <p:cNvSpPr/>
          <p:nvPr/>
        </p:nvSpPr>
        <p:spPr>
          <a:xfrm>
            <a:off x="771525" y="3092122"/>
            <a:ext cx="6953250" cy="2746702"/>
          </a:xfrm>
          <a:prstGeom prst="roundRect">
            <a:avLst>
              <a:gd name="adj" fmla="val 3996"/>
            </a:avLst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80">
            <a:extLst>
              <a:ext uri="{FF2B5EF4-FFF2-40B4-BE49-F238E27FC236}">
                <a16:creationId xmlns:a16="http://schemas.microsoft.com/office/drawing/2014/main" id="{DEA7A2D9-CC0B-D93F-C2A6-74EDFC4C7F78}"/>
              </a:ext>
            </a:extLst>
          </p:cNvPr>
          <p:cNvSpPr/>
          <p:nvPr/>
        </p:nvSpPr>
        <p:spPr>
          <a:xfrm>
            <a:off x="397401" y="1046748"/>
            <a:ext cx="11397198" cy="5323162"/>
          </a:xfrm>
          <a:prstGeom prst="roundRect">
            <a:avLst>
              <a:gd name="adj" fmla="val 3414"/>
            </a:avLst>
          </a:prstGeom>
          <a:solidFill>
            <a:srgbClr val="242B30"/>
          </a:solidFill>
          <a:ln>
            <a:solidFill>
              <a:srgbClr val="232A30"/>
            </a:solidFill>
            <a:prstDash val="solid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AA88F9-41D3-A898-EAC7-D24CE3F471CC}"/>
              </a:ext>
            </a:extLst>
          </p:cNvPr>
          <p:cNvGrpSpPr/>
          <p:nvPr/>
        </p:nvGrpSpPr>
        <p:grpSpPr>
          <a:xfrm>
            <a:off x="0" y="1427967"/>
            <a:ext cx="4087815" cy="5430033"/>
            <a:chOff x="416830" y="1542905"/>
            <a:chExt cx="3670983" cy="48763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084130-DA0D-E81C-7423-00D6151BA395}"/>
                </a:ext>
              </a:extLst>
            </p:cNvPr>
            <p:cNvSpPr/>
            <p:nvPr/>
          </p:nvSpPr>
          <p:spPr>
            <a:xfrm>
              <a:off x="1582310" y="2057456"/>
              <a:ext cx="1869029" cy="32858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408139-3CC1-4CD2-3B78-29B91978E5B4}"/>
                </a:ext>
              </a:extLst>
            </p:cNvPr>
            <p:cNvGrpSpPr/>
            <p:nvPr/>
          </p:nvGrpSpPr>
          <p:grpSpPr>
            <a:xfrm>
              <a:off x="416830" y="1542905"/>
              <a:ext cx="3670983" cy="4876336"/>
              <a:chOff x="416830" y="1542905"/>
              <a:chExt cx="3670983" cy="487633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A71903C-F45F-EBAD-A2BC-18B31E5AF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0197" b="8553"/>
              <a:stretch/>
            </p:blipFill>
            <p:spPr>
              <a:xfrm>
                <a:off x="416830" y="1542905"/>
                <a:ext cx="3670983" cy="4876336"/>
              </a:xfrm>
              <a:prstGeom prst="rect">
                <a:avLst/>
              </a:prstGeom>
              <a:effectLst>
                <a:outerShdw blurRad="660400" dist="254000" dir="2700000" algn="tl" rotWithShape="0">
                  <a:prstClr val="black">
                    <a:alpha val="15000"/>
                  </a:prstClr>
                </a:outerShdw>
              </a:effectLst>
            </p:spPr>
          </p:pic>
          <p:pic>
            <p:nvPicPr>
              <p:cNvPr id="12" name="Picture 4" descr="Getting Started With eWay-CRM Mobile — eWay-CRM Knowledge Base">
                <a:extLst>
                  <a:ext uri="{FF2B5EF4-FFF2-40B4-BE49-F238E27FC236}">
                    <a16:creationId xmlns:a16="http://schemas.microsoft.com/office/drawing/2014/main" id="{3435A344-B149-F827-00DD-3ACCC45DA7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email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785" t="13160" r="53469" b="12727"/>
              <a:stretch/>
            </p:blipFill>
            <p:spPr bwMode="auto">
              <a:xfrm>
                <a:off x="1642202" y="2156807"/>
                <a:ext cx="1750677" cy="3099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AA36D609-735D-2F6C-8A3F-12CDEC252040}"/>
              </a:ext>
            </a:extLst>
          </p:cNvPr>
          <p:cNvSpPr/>
          <p:nvPr/>
        </p:nvSpPr>
        <p:spPr>
          <a:xfrm>
            <a:off x="4189053" y="2312780"/>
            <a:ext cx="3535722" cy="2791099"/>
          </a:xfrm>
          <a:prstGeom prst="roundRect">
            <a:avLst>
              <a:gd name="adj" fmla="val 3324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1C6609F4-8AC9-BD54-504C-6F04ACDBE557}"/>
              </a:ext>
            </a:extLst>
          </p:cNvPr>
          <p:cNvSpPr/>
          <p:nvPr/>
        </p:nvSpPr>
        <p:spPr>
          <a:xfrm>
            <a:off x="7955322" y="2312780"/>
            <a:ext cx="3419606" cy="2791099"/>
          </a:xfrm>
          <a:prstGeom prst="roundRect">
            <a:avLst>
              <a:gd name="adj" fmla="val 3706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A1C710-3AE8-ADBD-3007-C43188A2461E}"/>
              </a:ext>
            </a:extLst>
          </p:cNvPr>
          <p:cNvSpPr/>
          <p:nvPr/>
        </p:nvSpPr>
        <p:spPr>
          <a:xfrm>
            <a:off x="4398281" y="2539060"/>
            <a:ext cx="515880" cy="5158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4525" dist="127000" dir="5400000" sx="90000" sy="9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5B54C6-BAB0-310A-C6BF-BFEF6BF07511}"/>
              </a:ext>
            </a:extLst>
          </p:cNvPr>
          <p:cNvSpPr/>
          <p:nvPr/>
        </p:nvSpPr>
        <p:spPr>
          <a:xfrm>
            <a:off x="8169351" y="2539060"/>
            <a:ext cx="515880" cy="5158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4525" dist="127000" dir="5400000" sx="90000" sy="9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6C4CE-D31E-ABB4-D1A2-4C41CFB140F0}"/>
              </a:ext>
            </a:extLst>
          </p:cNvPr>
          <p:cNvSpPr/>
          <p:nvPr/>
        </p:nvSpPr>
        <p:spPr>
          <a:xfrm>
            <a:off x="8803199" y="2534588"/>
            <a:ext cx="237534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Customize </a:t>
            </a:r>
            <a:br>
              <a:rPr kumimoji="0" lang="en-IN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IN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Hello Tunes 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your company tune, slogan or message to increase brand awareness and visibility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77D32-FC3B-6AAB-D80F-16D94C841759}"/>
              </a:ext>
            </a:extLst>
          </p:cNvPr>
          <p:cNvSpPr/>
          <p:nvPr/>
        </p:nvSpPr>
        <p:spPr>
          <a:xfrm>
            <a:off x="4974654" y="2534588"/>
            <a:ext cx="250079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Retain </a:t>
            </a:r>
            <a:br>
              <a:rPr kumimoji="0" lang="en-IN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IN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contact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the numbers even when employee has moved on, making it easier to maintain valuable touchpoints without any worry of security breach.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5377447-7C16-1EE6-9213-BF0303749D84}"/>
              </a:ext>
            </a:extLst>
          </p:cNvPr>
          <p:cNvCxnSpPr/>
          <p:nvPr/>
        </p:nvCxnSpPr>
        <p:spPr>
          <a:xfrm>
            <a:off x="5066849" y="3208487"/>
            <a:ext cx="2100515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C0D7F4-097A-0067-FD07-2DAC8882070B}"/>
              </a:ext>
            </a:extLst>
          </p:cNvPr>
          <p:cNvCxnSpPr/>
          <p:nvPr/>
        </p:nvCxnSpPr>
        <p:spPr>
          <a:xfrm>
            <a:off x="8919321" y="3208487"/>
            <a:ext cx="2100515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D198AD6E-C36E-2988-30F5-762183FA00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65884" y="2623103"/>
            <a:ext cx="338174" cy="3381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98252A-8D34-44D6-317A-807416BCEC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3593" y="2643302"/>
            <a:ext cx="307396" cy="30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5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 animBg="1"/>
      <p:bldP spid="15" grpId="0" animBg="1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exclusive Corporate Benefits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Rectangle: Rounded Corners 24">
            <a:extLst>
              <a:ext uri="{FF2B5EF4-FFF2-40B4-BE49-F238E27FC236}">
                <a16:creationId xmlns:a16="http://schemas.microsoft.com/office/drawing/2014/main" id="{6F6E6D7E-9FB2-8925-C600-458D1A0F36AE}"/>
              </a:ext>
            </a:extLst>
          </p:cNvPr>
          <p:cNvSpPr/>
          <p:nvPr/>
        </p:nvSpPr>
        <p:spPr>
          <a:xfrm>
            <a:off x="635485" y="1436524"/>
            <a:ext cx="5834807" cy="4308878"/>
          </a:xfrm>
          <a:prstGeom prst="roundRect">
            <a:avLst>
              <a:gd name="adj" fmla="val 3996"/>
            </a:avLst>
          </a:prstGeom>
          <a:solidFill>
            <a:schemeClr val="accent1"/>
          </a:solidFill>
          <a:ln>
            <a:noFill/>
            <a:prstDash val="dash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89D6828C-9269-3800-CF88-871101F0CBC5}"/>
              </a:ext>
            </a:extLst>
          </p:cNvPr>
          <p:cNvSpPr/>
          <p:nvPr/>
        </p:nvSpPr>
        <p:spPr>
          <a:xfrm>
            <a:off x="341798" y="2976740"/>
            <a:ext cx="6366070" cy="1198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EE0E8-33B0-E820-510A-D8172FA0D5D5}"/>
              </a:ext>
            </a:extLst>
          </p:cNvPr>
          <p:cNvSpPr/>
          <p:nvPr/>
        </p:nvSpPr>
        <p:spPr>
          <a:xfrm>
            <a:off x="1603227" y="3131590"/>
            <a:ext cx="361742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Trace Mate Facility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  <a:cs typeface="Arial" panose="020B0604020202020204" pitchFamily="34" charset="0"/>
              </a:rPr>
              <a:t>Enhance productivity with this tool to easily track your manpower</a:t>
            </a:r>
            <a:r>
              <a:rPr lang="en-US" sz="140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4B259642-0D74-135B-8DC2-14919FA3E8A5}"/>
              </a:ext>
            </a:extLst>
          </p:cNvPr>
          <p:cNvSpPr/>
          <p:nvPr/>
        </p:nvSpPr>
        <p:spPr>
          <a:xfrm>
            <a:off x="341798" y="4341593"/>
            <a:ext cx="6366070" cy="1198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42545-4AB5-7532-8A69-E3D398D3A0B8}"/>
              </a:ext>
            </a:extLst>
          </p:cNvPr>
          <p:cNvSpPr/>
          <p:nvPr/>
        </p:nvSpPr>
        <p:spPr>
          <a:xfrm>
            <a:off x="1603227" y="4425916"/>
            <a:ext cx="486706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Mi-fi</a:t>
            </a:r>
          </a:p>
          <a:p>
            <a:pPr>
              <a:spcAft>
                <a:spcPts val="600"/>
              </a:spcAft>
            </a:pP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Experience fast and uninterrupted internet with this Airtel </a:t>
            </a:r>
            <a:r>
              <a:rPr lang="en-IN" sz="1400" b="1">
                <a:solidFill>
                  <a:schemeClr val="tx2"/>
                </a:solidFill>
                <a:cs typeface="Arial" panose="020B0604020202020204" pitchFamily="34" charset="0"/>
              </a:rPr>
              <a:t>4G</a:t>
            </a:r>
            <a:r>
              <a:rPr lang="en-IN" sz="1400">
                <a:solidFill>
                  <a:schemeClr val="tx2"/>
                </a:solidFill>
                <a:cs typeface="Arial" panose="020B0604020202020204" pitchFamily="34" charset="0"/>
              </a:rPr>
              <a:t> Hotspot. Surf the Internet and stay connected wherever you are</a:t>
            </a:r>
            <a:r>
              <a:rPr lang="en-IN" sz="140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en-US" sz="1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14DE9F0-461C-BD2D-2736-EB1F4357C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733" r="16733"/>
          <a:stretch/>
        </p:blipFill>
        <p:spPr bwMode="auto">
          <a:xfrm>
            <a:off x="6978405" y="1188020"/>
            <a:ext cx="4867324" cy="4877100"/>
          </a:xfrm>
          <a:prstGeom prst="roundRect">
            <a:avLst>
              <a:gd name="adj" fmla="val 4227"/>
            </a:avLst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EC2D9072-3725-FE70-951E-460EC22382C9}"/>
              </a:ext>
            </a:extLst>
          </p:cNvPr>
          <p:cNvSpPr/>
          <p:nvPr/>
        </p:nvSpPr>
        <p:spPr>
          <a:xfrm>
            <a:off x="341798" y="1611888"/>
            <a:ext cx="6366070" cy="1198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EA24DD-7681-55DB-60A2-70467EC41965}"/>
              </a:ext>
            </a:extLst>
          </p:cNvPr>
          <p:cNvSpPr/>
          <p:nvPr/>
        </p:nvSpPr>
        <p:spPr>
          <a:xfrm>
            <a:off x="1603227" y="1680092"/>
            <a:ext cx="4672683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1600" b="1">
                <a:solidFill>
                  <a:srgbClr val="C00000"/>
                </a:solidFill>
                <a:cs typeface="Arial" panose="020B0604020202020204" pitchFamily="34" charset="0"/>
              </a:rPr>
              <a:t>Dynamic Data Pool</a:t>
            </a:r>
            <a:endParaRPr lang="en-IN" sz="1600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  <a:cs typeface="Arial" panose="020B0604020202020204" pitchFamily="34" charset="0"/>
              </a:rPr>
              <a:t>Aggregate all data purchases at an account level and offer employees the complete pool irrespective of individual limits. </a:t>
            </a:r>
            <a:endParaRPr lang="en-IN" sz="140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414572-876F-C2CF-24A7-DB8BC43715D0}"/>
              </a:ext>
            </a:extLst>
          </p:cNvPr>
          <p:cNvCxnSpPr>
            <a:cxnSpLocks/>
          </p:cNvCxnSpPr>
          <p:nvPr/>
        </p:nvCxnSpPr>
        <p:spPr>
          <a:xfrm>
            <a:off x="3633611" y="1884512"/>
            <a:ext cx="2717893" cy="0"/>
          </a:xfrm>
          <a:prstGeom prst="line">
            <a:avLst/>
          </a:prstGeom>
          <a:ln w="127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06567B-938C-415E-D60F-0A402AFE9BF1}"/>
              </a:ext>
            </a:extLst>
          </p:cNvPr>
          <p:cNvCxnSpPr>
            <a:cxnSpLocks/>
          </p:cNvCxnSpPr>
          <p:nvPr/>
        </p:nvCxnSpPr>
        <p:spPr>
          <a:xfrm>
            <a:off x="3633611" y="3350766"/>
            <a:ext cx="2717893" cy="0"/>
          </a:xfrm>
          <a:prstGeom prst="line">
            <a:avLst/>
          </a:prstGeom>
          <a:ln w="127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3772D4-AD1A-F9B9-AAA9-7142333B9EDB}"/>
              </a:ext>
            </a:extLst>
          </p:cNvPr>
          <p:cNvCxnSpPr>
            <a:cxnSpLocks/>
          </p:cNvCxnSpPr>
          <p:nvPr/>
        </p:nvCxnSpPr>
        <p:spPr>
          <a:xfrm>
            <a:off x="2214837" y="4617591"/>
            <a:ext cx="4136667" cy="0"/>
          </a:xfrm>
          <a:prstGeom prst="line">
            <a:avLst/>
          </a:prstGeom>
          <a:ln w="127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11">
            <a:extLst>
              <a:ext uri="{FF2B5EF4-FFF2-40B4-BE49-F238E27FC236}">
                <a16:creationId xmlns:a16="http://schemas.microsoft.com/office/drawing/2014/main" id="{C032B963-895C-4CAC-55D3-084873E871DE}"/>
              </a:ext>
            </a:extLst>
          </p:cNvPr>
          <p:cNvSpPr>
            <a:spLocks noChangeAspect="1"/>
          </p:cNvSpPr>
          <p:nvPr/>
        </p:nvSpPr>
        <p:spPr>
          <a:xfrm>
            <a:off x="649653" y="3163820"/>
            <a:ext cx="839288" cy="8400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4525" dist="127000" dir="5400000" sx="90000" sy="9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111">
            <a:extLst>
              <a:ext uri="{FF2B5EF4-FFF2-40B4-BE49-F238E27FC236}">
                <a16:creationId xmlns:a16="http://schemas.microsoft.com/office/drawing/2014/main" id="{24604D67-9B0E-EF73-278E-8F733685BF8B}"/>
              </a:ext>
            </a:extLst>
          </p:cNvPr>
          <p:cNvSpPr>
            <a:spLocks noChangeAspect="1"/>
          </p:cNvSpPr>
          <p:nvPr/>
        </p:nvSpPr>
        <p:spPr>
          <a:xfrm>
            <a:off x="649653" y="4542685"/>
            <a:ext cx="839288" cy="8400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4525" dist="127000" dir="5400000" sx="90000" sy="9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11">
            <a:extLst>
              <a:ext uri="{FF2B5EF4-FFF2-40B4-BE49-F238E27FC236}">
                <a16:creationId xmlns:a16="http://schemas.microsoft.com/office/drawing/2014/main" id="{0727DA20-ED6D-407E-5B36-1C378F9B0FB6}"/>
              </a:ext>
            </a:extLst>
          </p:cNvPr>
          <p:cNvSpPr>
            <a:spLocks noChangeAspect="1"/>
          </p:cNvSpPr>
          <p:nvPr/>
        </p:nvSpPr>
        <p:spPr>
          <a:xfrm>
            <a:off x="649653" y="1795032"/>
            <a:ext cx="839288" cy="8400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4525" dist="127000" dir="5400000" sx="90000" sy="9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328641-1914-240F-D106-BD1A283E9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80" y="4736396"/>
            <a:ext cx="495120" cy="4951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1CF898-AEAA-836E-24BC-8CEFC7DC97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7644" y="3342679"/>
            <a:ext cx="544632" cy="5446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A65E9F-6E25-AA11-8AB5-F930C0F562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644" y="1993624"/>
            <a:ext cx="544632" cy="5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7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/>
      <p:bldP spid="12" grpId="0" animBg="1"/>
      <p:bldP spid="14" grpId="0"/>
      <p:bldP spid="18" grpId="0" animBg="1"/>
      <p:bldP spid="19" grpId="0"/>
      <p:bldP spid="6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80">
            <a:extLst>
              <a:ext uri="{FF2B5EF4-FFF2-40B4-BE49-F238E27FC236}">
                <a16:creationId xmlns:a16="http://schemas.microsoft.com/office/drawing/2014/main" id="{42178296-4A76-D576-5D09-8BC97A942A7F}"/>
              </a:ext>
            </a:extLst>
          </p:cNvPr>
          <p:cNvSpPr/>
          <p:nvPr/>
        </p:nvSpPr>
        <p:spPr>
          <a:xfrm>
            <a:off x="397401" y="1046747"/>
            <a:ext cx="11397198" cy="5408481"/>
          </a:xfrm>
          <a:prstGeom prst="roundRect">
            <a:avLst>
              <a:gd name="adj" fmla="val 3414"/>
            </a:avLst>
          </a:prstGeom>
          <a:solidFill>
            <a:schemeClr val="tx2"/>
          </a:solidFill>
          <a:ln>
            <a:solidFill>
              <a:srgbClr val="232A30"/>
            </a:solidFill>
            <a:prstDash val="solid"/>
          </a:ln>
          <a:effectLst>
            <a:outerShdw blurRad="2667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46">
            <a:extLst>
              <a:ext uri="{FF2B5EF4-FFF2-40B4-BE49-F238E27FC236}">
                <a16:creationId xmlns:a16="http://schemas.microsoft.com/office/drawing/2014/main" id="{38F850A0-B3C3-5001-D57B-5359E802E67E}"/>
              </a:ext>
            </a:extLst>
          </p:cNvPr>
          <p:cNvSpPr/>
          <p:nvPr/>
        </p:nvSpPr>
        <p:spPr>
          <a:xfrm>
            <a:off x="5364338" y="2148936"/>
            <a:ext cx="2925431" cy="3330226"/>
          </a:xfrm>
          <a:prstGeom prst="roundRect">
            <a:avLst>
              <a:gd name="adj" fmla="val 3324"/>
            </a:avLst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endParaRPr lang="en-US" sz="1600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Rounded Rectangle 45">
            <a:extLst>
              <a:ext uri="{FF2B5EF4-FFF2-40B4-BE49-F238E27FC236}">
                <a16:creationId xmlns:a16="http://schemas.microsoft.com/office/drawing/2014/main" id="{55EA1652-A863-6CC9-B860-5372D6E3F14B}"/>
              </a:ext>
            </a:extLst>
          </p:cNvPr>
          <p:cNvSpPr/>
          <p:nvPr/>
        </p:nvSpPr>
        <p:spPr>
          <a:xfrm>
            <a:off x="8412566" y="2148936"/>
            <a:ext cx="2925431" cy="3330226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endParaRPr lang="en-US" sz="1600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69A10F0A-C681-8282-A740-9D884E1BE18E}"/>
              </a:ext>
            </a:extLst>
          </p:cNvPr>
          <p:cNvSpPr txBox="1">
            <a:spLocks/>
          </p:cNvSpPr>
          <p:nvPr/>
        </p:nvSpPr>
        <p:spPr>
          <a:xfrm rot="10800000" flipV="1">
            <a:off x="5364336" y="2148936"/>
            <a:ext cx="2925431" cy="1566973"/>
          </a:xfrm>
          <a:prstGeom prst="round2SameRect">
            <a:avLst>
              <a:gd name="adj1" fmla="val 5116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0A2104FB-5DC2-3A57-32C6-0474F23DC694}"/>
              </a:ext>
            </a:extLst>
          </p:cNvPr>
          <p:cNvSpPr txBox="1">
            <a:spLocks/>
          </p:cNvSpPr>
          <p:nvPr/>
        </p:nvSpPr>
        <p:spPr>
          <a:xfrm rot="10800000" flipV="1">
            <a:off x="8412564" y="2148936"/>
            <a:ext cx="2925431" cy="1566973"/>
          </a:xfrm>
          <a:prstGeom prst="round2SameRect">
            <a:avLst>
              <a:gd name="adj1" fmla="val 6089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7BC688-1DFC-B31A-3E07-015BD74CEBEB}"/>
              </a:ext>
            </a:extLst>
          </p:cNvPr>
          <p:cNvSpPr/>
          <p:nvPr/>
        </p:nvSpPr>
        <p:spPr>
          <a:xfrm>
            <a:off x="6283855" y="2429180"/>
            <a:ext cx="1049214" cy="1049212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B7AB66-A027-1B25-85B3-3FD19A5D1ACE}"/>
              </a:ext>
            </a:extLst>
          </p:cNvPr>
          <p:cNvSpPr/>
          <p:nvPr/>
        </p:nvSpPr>
        <p:spPr>
          <a:xfrm>
            <a:off x="9428661" y="2429180"/>
            <a:ext cx="1049214" cy="1049212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Superior experience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3BF7E8-C1C6-8A5A-EA43-C9F82D754F2D}"/>
              </a:ext>
            </a:extLst>
          </p:cNvPr>
          <p:cNvSpPr/>
          <p:nvPr/>
        </p:nvSpPr>
        <p:spPr>
          <a:xfrm>
            <a:off x="854003" y="1556427"/>
            <a:ext cx="4389120" cy="43891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D56715-F978-F9E5-0003-8388D6A5E3E8}"/>
              </a:ext>
            </a:extLst>
          </p:cNvPr>
          <p:cNvSpPr/>
          <p:nvPr/>
        </p:nvSpPr>
        <p:spPr>
          <a:xfrm>
            <a:off x="5461706" y="3865040"/>
            <a:ext cx="2732561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Arial" panose="020B0604020202020204" pitchFamily="34" charset="0"/>
              </a:rPr>
              <a:t>Dedicated </a:t>
            </a:r>
            <a:r>
              <a:rPr lang="en-IN" sz="1600" b="1">
                <a:solidFill>
                  <a:schemeClr val="accent2"/>
                </a:solidFill>
                <a:cs typeface="Arial" panose="020B0604020202020204" pitchFamily="34" charset="0"/>
              </a:rPr>
              <a:t>Relationship Manager</a:t>
            </a: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Arial" panose="020B0604020202020204" pitchFamily="34" charset="0"/>
              </a:rPr>
              <a:t>  </a:t>
            </a:r>
          </a:p>
          <a:p>
            <a:pPr algn="ctr">
              <a:spcAft>
                <a:spcPts val="600"/>
              </a:spcAft>
            </a:pPr>
            <a:r>
              <a:rPr lang="en-IN" sz="1200">
                <a:solidFill>
                  <a:schemeClr val="accent1"/>
                </a:solidFill>
                <a:cs typeface="Arial" panose="020B0604020202020204" pitchFamily="34" charset="0"/>
              </a:rPr>
              <a:t>Get your queries resolved faster and more efficiently with dedicated helpline, email and an account relationship manager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1160F-8C1F-BB86-9277-26CB2756C234}"/>
              </a:ext>
            </a:extLst>
          </p:cNvPr>
          <p:cNvSpPr/>
          <p:nvPr/>
        </p:nvSpPr>
        <p:spPr>
          <a:xfrm>
            <a:off x="8713721" y="3865040"/>
            <a:ext cx="2331263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Arial" panose="020B0604020202020204" pitchFamily="34" charset="0"/>
              </a:rPr>
              <a:t>Airtel Thanks </a:t>
            </a:r>
            <a:b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cs typeface="Arial" panose="020B0604020202020204" pitchFamily="34" charset="0"/>
              </a:rPr>
              <a:t>for Business  </a:t>
            </a:r>
          </a:p>
          <a:p>
            <a:pPr marL="0" marR="0" lvl="0" indent="0" algn="ctr" defTabSz="91440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solidFill>
                  <a:schemeClr val="accent1"/>
                </a:solidFill>
                <a:cs typeface="Arial" panose="020B0604020202020204" pitchFamily="34" charset="0"/>
              </a:rPr>
              <a:t>Easily access a consolidated view of your account for simplified operations and address your requests online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C6ACC4B-15C8-68D2-875B-00A0143D4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455" r="3011"/>
          <a:stretch/>
        </p:blipFill>
        <p:spPr bwMode="auto">
          <a:xfrm flipH="1">
            <a:off x="1033285" y="1731661"/>
            <a:ext cx="4030556" cy="4038652"/>
          </a:xfrm>
          <a:prstGeom prst="ellips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F36E96-631C-F777-6336-2075EC6435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77275" y="2701732"/>
            <a:ext cx="544632" cy="544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D910BD-304C-73B3-DAB1-11EA5E6176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0902" y="2698281"/>
            <a:ext cx="495120" cy="49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3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7" grpId="0" animBg="1"/>
      <p:bldP spid="21" grpId="0" animBg="1"/>
      <p:bldP spid="22" grpId="0" animBg="1"/>
      <p:bldP spid="23" grpId="0" animBg="1"/>
      <p:bldP spid="24" grpId="0" animBg="1"/>
      <p:bldP spid="6" grpId="0" animBg="1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0B908051-790D-C35C-02CC-308070627F30}"/>
              </a:ext>
            </a:extLst>
          </p:cNvPr>
          <p:cNvSpPr/>
          <p:nvPr/>
        </p:nvSpPr>
        <p:spPr>
          <a:xfrm rot="16200000">
            <a:off x="1138267" y="418686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4328A436-4025-659A-DCE1-43791DD49B96}"/>
              </a:ext>
            </a:extLst>
          </p:cNvPr>
          <p:cNvSpPr/>
          <p:nvPr/>
        </p:nvSpPr>
        <p:spPr>
          <a:xfrm rot="16200000">
            <a:off x="1138267" y="1219475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C7C282C2-9603-15CB-C7AD-FFF78C386F16}"/>
              </a:ext>
            </a:extLst>
          </p:cNvPr>
          <p:cNvSpPr/>
          <p:nvPr/>
        </p:nvSpPr>
        <p:spPr>
          <a:xfrm rot="16200000">
            <a:off x="1138268" y="2020264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253EFED7-5C4D-656F-E11C-6A44072BE8C3}"/>
              </a:ext>
            </a:extLst>
          </p:cNvPr>
          <p:cNvSpPr/>
          <p:nvPr/>
        </p:nvSpPr>
        <p:spPr>
          <a:xfrm rot="16200000">
            <a:off x="1138268" y="2821053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92C00C14-D3CF-9644-0F78-9BED0941A7A5}"/>
              </a:ext>
            </a:extLst>
          </p:cNvPr>
          <p:cNvSpPr/>
          <p:nvPr/>
        </p:nvSpPr>
        <p:spPr>
          <a:xfrm rot="16200000">
            <a:off x="1138269" y="3621842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02BBDA5D-87EF-6A2D-A9AB-FE43F6313CE1}"/>
              </a:ext>
            </a:extLst>
          </p:cNvPr>
          <p:cNvSpPr/>
          <p:nvPr/>
        </p:nvSpPr>
        <p:spPr>
          <a:xfrm rot="16200000">
            <a:off x="1138270" y="4422630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F33F56F4-C961-0F5E-B662-DF721EFCABF2}"/>
              </a:ext>
            </a:extLst>
          </p:cNvPr>
          <p:cNvSpPr/>
          <p:nvPr/>
        </p:nvSpPr>
        <p:spPr>
          <a:xfrm rot="16200000">
            <a:off x="1138271" y="5223417"/>
            <a:ext cx="598534" cy="1848763"/>
          </a:xfrm>
          <a:prstGeom prst="round2Same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11523666" cy="839974"/>
          </a:xfrm>
        </p:spPr>
        <p:txBody>
          <a:bodyPr/>
          <a:lstStyle/>
          <a:p>
            <a:r>
              <a:rPr lang="en-US"/>
              <a:t>Manage your account with ease – Airtel Thanks for Business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Picture 4" descr="A picture containing electronics, computer, computer, output device&#10;&#10;Description automatically generated">
            <a:extLst>
              <a:ext uri="{FF2B5EF4-FFF2-40B4-BE49-F238E27FC236}">
                <a16:creationId xmlns:a16="http://schemas.microsoft.com/office/drawing/2014/main" id="{45A9854B-308F-4DA4-A008-90E0D7BDE89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3334" y="1582302"/>
            <a:ext cx="8087634" cy="4422604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02B7000-DCC3-2249-4321-F69EABF725E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" r="2558"/>
          <a:stretch/>
        </p:blipFill>
        <p:spPr>
          <a:xfrm>
            <a:off x="5732987" y="1971722"/>
            <a:ext cx="5652387" cy="344025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DECBF60F-A58D-144A-B4BE-4DA8F73DAAAA}"/>
              </a:ext>
            </a:extLst>
          </p:cNvPr>
          <p:cNvSpPr/>
          <p:nvPr/>
        </p:nvSpPr>
        <p:spPr>
          <a:xfrm>
            <a:off x="1315919" y="2645378"/>
            <a:ext cx="3537955" cy="598535"/>
          </a:xfrm>
          <a:prstGeom prst="roundRect">
            <a:avLst/>
          </a:prstGeom>
          <a:solidFill>
            <a:srgbClr val="37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ea typeface="+mn-lt"/>
                <a:cs typeface="+mn-lt"/>
              </a:rPr>
              <a:t>Swap SIM for your Postpaid Connection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D8766F2-EC9F-2BA7-CF25-1A9B1B347B70}"/>
              </a:ext>
            </a:extLst>
          </p:cNvPr>
          <p:cNvSpPr/>
          <p:nvPr/>
        </p:nvSpPr>
        <p:spPr>
          <a:xfrm>
            <a:off x="1315919" y="3446167"/>
            <a:ext cx="3537955" cy="598535"/>
          </a:xfrm>
          <a:prstGeom prst="roundRect">
            <a:avLst/>
          </a:prstGeom>
          <a:solidFill>
            <a:srgbClr val="232B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ea typeface="+mn-lt"/>
                <a:cs typeface="+mn-lt"/>
              </a:rPr>
              <a:t>Activate Safe Custody and ISD 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953CAB3E-2E60-D233-45E5-36491607E373}"/>
              </a:ext>
            </a:extLst>
          </p:cNvPr>
          <p:cNvSpPr/>
          <p:nvPr/>
        </p:nvSpPr>
        <p:spPr>
          <a:xfrm>
            <a:off x="1315919" y="4246956"/>
            <a:ext cx="3537955" cy="598535"/>
          </a:xfrm>
          <a:prstGeom prst="roundRect">
            <a:avLst/>
          </a:prstGeom>
          <a:solidFill>
            <a:srgbClr val="37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>
                <a:ea typeface="+mn-lt"/>
                <a:cs typeface="+mn-lt"/>
              </a:rPr>
              <a:t>Plan Upgrades along with Data Packs activation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08029100-7DA2-2738-98BB-09A3959B55B8}"/>
              </a:ext>
            </a:extLst>
          </p:cNvPr>
          <p:cNvSpPr/>
          <p:nvPr/>
        </p:nvSpPr>
        <p:spPr>
          <a:xfrm>
            <a:off x="1315919" y="5047745"/>
            <a:ext cx="3537955" cy="598535"/>
          </a:xfrm>
          <a:prstGeom prst="roundRect">
            <a:avLst/>
          </a:prstGeom>
          <a:solidFill>
            <a:srgbClr val="232B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>
                <a:ea typeface="+mn-lt"/>
                <a:cs typeface="+mn-lt"/>
              </a:rPr>
              <a:t>User Management (AS/CC details update)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0B1EC7D7-F486-2A78-6C92-BB659BBA8D2D}"/>
              </a:ext>
            </a:extLst>
          </p:cNvPr>
          <p:cNvSpPr/>
          <p:nvPr/>
        </p:nvSpPr>
        <p:spPr>
          <a:xfrm>
            <a:off x="1315919" y="5848532"/>
            <a:ext cx="3537955" cy="598535"/>
          </a:xfrm>
          <a:prstGeom prst="roundRect">
            <a:avLst/>
          </a:prstGeom>
          <a:solidFill>
            <a:srgbClr val="37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Activate international Roaming &amp; 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Auto Renewal of IR Packs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F3F34B89-42EE-A648-5FFD-065A61E6092B}"/>
              </a:ext>
            </a:extLst>
          </p:cNvPr>
          <p:cNvSpPr/>
          <p:nvPr/>
        </p:nvSpPr>
        <p:spPr>
          <a:xfrm>
            <a:off x="1315919" y="1844589"/>
            <a:ext cx="3537955" cy="598535"/>
          </a:xfrm>
          <a:prstGeom prst="roundRect">
            <a:avLst/>
          </a:prstGeom>
          <a:solidFill>
            <a:srgbClr val="232B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ea typeface="+mn-lt"/>
                <a:cs typeface="+mn-lt"/>
              </a:rPr>
              <a:t>Raise and Track Service Requests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17FDD5F7-9F34-5309-B6B7-398F6BEAE3A0}"/>
              </a:ext>
            </a:extLst>
          </p:cNvPr>
          <p:cNvSpPr/>
          <p:nvPr/>
        </p:nvSpPr>
        <p:spPr>
          <a:xfrm>
            <a:off x="1315919" y="1043801"/>
            <a:ext cx="3537955" cy="598535"/>
          </a:xfrm>
          <a:prstGeom prst="roundRect">
            <a:avLst/>
          </a:prstGeom>
          <a:solidFill>
            <a:srgbClr val="37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ea typeface="+mn-lt"/>
                <a:cs typeface="+mn-lt"/>
              </a:rPr>
              <a:t>Pay your bill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4CF18-1FDA-F800-52C2-5DA789D04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06" y="1116511"/>
            <a:ext cx="450109" cy="4501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4B358F-C94D-F499-DDBC-9BBB76C216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2706" y="1919428"/>
            <a:ext cx="450109" cy="4501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3D4F98-3F10-60D1-D97C-4DF3A09B60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2706" y="2726506"/>
            <a:ext cx="450109" cy="4501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E82AD7-E151-D424-5124-AFBC993CB2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2706" y="3527671"/>
            <a:ext cx="450109" cy="4501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A6B953-1E1D-7A05-BB45-B48A5AF7013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2706" y="4326393"/>
            <a:ext cx="450109" cy="4501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98F54D-CBD5-F344-AAFC-1A3D34FFA0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2706" y="5114356"/>
            <a:ext cx="450109" cy="4501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924A18-3F3D-8B3F-8ABB-2632A6E5518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2706" y="5923588"/>
            <a:ext cx="450109" cy="45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7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electronics, black&#10;&#10;Description automatically generated">
            <a:extLst>
              <a:ext uri="{FF2B5EF4-FFF2-40B4-BE49-F238E27FC236}">
                <a16:creationId xmlns:a16="http://schemas.microsoft.com/office/drawing/2014/main" id="{82353ADB-F9F4-116A-EAA3-13A896160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96" r="12414"/>
          <a:stretch/>
        </p:blipFill>
        <p:spPr>
          <a:xfrm>
            <a:off x="397401" y="1456795"/>
            <a:ext cx="5746266" cy="4398263"/>
          </a:xfrm>
          <a:prstGeom prst="roundRect">
            <a:avLst>
              <a:gd name="adj" fmla="val 4756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0C955E-C358-F562-D119-E4961F3E3EDB}"/>
              </a:ext>
            </a:extLst>
          </p:cNvPr>
          <p:cNvSpPr/>
          <p:nvPr/>
        </p:nvSpPr>
        <p:spPr>
          <a:xfrm>
            <a:off x="5955987" y="974326"/>
            <a:ext cx="5834807" cy="5333356"/>
          </a:xfrm>
          <a:prstGeom prst="roundRect">
            <a:avLst>
              <a:gd name="adj" fmla="val 3996"/>
            </a:avLst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3776C0C-CB75-4B88-BE32-8A16022C3010}"/>
              </a:ext>
            </a:extLst>
          </p:cNvPr>
          <p:cNvSpPr/>
          <p:nvPr/>
        </p:nvSpPr>
        <p:spPr>
          <a:xfrm>
            <a:off x="9349032" y="1843300"/>
            <a:ext cx="788290" cy="788288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CAF4C44-ADF8-6B2C-3EB7-BB7C7553A942}"/>
              </a:ext>
            </a:extLst>
          </p:cNvPr>
          <p:cNvSpPr/>
          <p:nvPr/>
        </p:nvSpPr>
        <p:spPr>
          <a:xfrm>
            <a:off x="6314767" y="3009884"/>
            <a:ext cx="788290" cy="788288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243FBE0-7198-F8F9-594E-1DDE49F63378}"/>
              </a:ext>
            </a:extLst>
          </p:cNvPr>
          <p:cNvSpPr/>
          <p:nvPr/>
        </p:nvSpPr>
        <p:spPr>
          <a:xfrm>
            <a:off x="9349032" y="3009884"/>
            <a:ext cx="788290" cy="788288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6BF68D-2946-D42E-DE18-DBF54571BEF5}"/>
              </a:ext>
            </a:extLst>
          </p:cNvPr>
          <p:cNvSpPr/>
          <p:nvPr/>
        </p:nvSpPr>
        <p:spPr>
          <a:xfrm>
            <a:off x="6314767" y="1843300"/>
            <a:ext cx="788290" cy="788288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64CACE5F-6115-9AC2-75EE-A3D0B67F3ED0}"/>
              </a:ext>
            </a:extLst>
          </p:cNvPr>
          <p:cNvSpPr/>
          <p:nvPr/>
        </p:nvSpPr>
        <p:spPr>
          <a:xfrm>
            <a:off x="6070608" y="1227539"/>
            <a:ext cx="5428817" cy="467723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My </a:t>
            </a:r>
            <a:r>
              <a:rPr lang="en-US" b="1" err="1"/>
              <a:t>WiFi</a:t>
            </a:r>
            <a:r>
              <a:rPr lang="en-US" b="1"/>
              <a:t> - 4G Hotspot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Data For On-the-Go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A6AA946-36ED-E61B-9837-EC51F95C074C}"/>
              </a:ext>
            </a:extLst>
          </p:cNvPr>
          <p:cNvSpPr txBox="1">
            <a:spLocks/>
          </p:cNvSpPr>
          <p:nvPr/>
        </p:nvSpPr>
        <p:spPr>
          <a:xfrm>
            <a:off x="442168" y="792537"/>
            <a:ext cx="10228163" cy="514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endParaRPr lang="en-US">
              <a:solidFill>
                <a:srgbClr val="CC000A"/>
              </a:solidFill>
              <a:latin typeface="Arial" panose="020B0604020202020204" pitchFamily="34" charset="0"/>
              <a:ea typeface="+mj-lt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FE309C8F-DE7E-15CD-8BE1-F788F599AAC8}"/>
              </a:ext>
            </a:extLst>
          </p:cNvPr>
          <p:cNvSpPr/>
          <p:nvPr/>
        </p:nvSpPr>
        <p:spPr>
          <a:xfrm>
            <a:off x="6305672" y="4014666"/>
            <a:ext cx="5088874" cy="586523"/>
          </a:xfrm>
          <a:prstGeom prst="roundRect">
            <a:avLst/>
          </a:prstGeom>
          <a:solidFill>
            <a:srgbClr val="212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1E58D0-37E7-2736-A8B4-3EEC2C2899CF}"/>
              </a:ext>
            </a:extLst>
          </p:cNvPr>
          <p:cNvSpPr txBox="1"/>
          <p:nvPr/>
        </p:nvSpPr>
        <p:spPr>
          <a:xfrm>
            <a:off x="7123619" y="1956722"/>
            <a:ext cx="1687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any smart device to 4G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35F31B-7E86-F952-D1E2-A7D781FAF0BC}"/>
              </a:ext>
            </a:extLst>
          </p:cNvPr>
          <p:cNvSpPr txBox="1"/>
          <p:nvPr/>
        </p:nvSpPr>
        <p:spPr>
          <a:xfrm>
            <a:off x="10157884" y="1956722"/>
            <a:ext cx="1213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Portable, easy to carry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0B73DE-4B65-9371-4E47-1B7E94215D3A}"/>
              </a:ext>
            </a:extLst>
          </p:cNvPr>
          <p:cNvSpPr txBox="1"/>
          <p:nvPr/>
        </p:nvSpPr>
        <p:spPr>
          <a:xfrm>
            <a:off x="7123619" y="3121154"/>
            <a:ext cx="2153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Stay connected for </a:t>
            </a:r>
          </a:p>
          <a:p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6hrs without recharging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A25AD-826D-B5BF-2ED0-44B6F4ACA3CD}"/>
              </a:ext>
            </a:extLst>
          </p:cNvPr>
          <p:cNvSpPr txBox="1"/>
          <p:nvPr/>
        </p:nvSpPr>
        <p:spPr>
          <a:xfrm>
            <a:off x="10159399" y="3121154"/>
            <a:ext cx="1340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multiple users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820EC3-360D-A2F0-1308-8E7D90DD2D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5111456"/>
              </p:ext>
            </p:extLst>
          </p:nvPr>
        </p:nvGraphicFramePr>
        <p:xfrm>
          <a:off x="6305671" y="4017103"/>
          <a:ext cx="5088874" cy="1432197"/>
        </p:xfrm>
        <a:graphic>
          <a:graphicData uri="http://schemas.openxmlformats.org/drawingml/2006/table">
            <a:tbl>
              <a:tblPr/>
              <a:tblGrid>
                <a:gridCol w="1238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859">
                  <a:extLst>
                    <a:ext uri="{9D8B030D-6E8A-4147-A177-3AD203B41FA5}">
                      <a16:colId xmlns:a16="http://schemas.microsoft.com/office/drawing/2014/main" val="3474261945"/>
                    </a:ext>
                  </a:extLst>
                </a:gridCol>
              </a:tblGrid>
              <a:tr h="5695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ECECEC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1" i="0" u="none" strike="noStrike">
                          <a:solidFill>
                            <a:srgbClr val="ECECEC"/>
                          </a:solidFill>
                          <a:effectLst/>
                          <a:latin typeface="+mn-lt"/>
                        </a:rPr>
                        <a:t>Rental (Rs)</a:t>
                      </a:r>
                    </a:p>
                  </a:txBody>
                  <a:tcPr marL="7137" marR="7137" marT="71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ECECEC"/>
                          </a:solidFill>
                          <a:effectLst/>
                          <a:latin typeface="+mn-lt"/>
                        </a:rPr>
                        <a:t>Data benefit </a:t>
                      </a:r>
                    </a:p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ECECEC"/>
                          </a:solidFill>
                          <a:effectLst/>
                          <a:latin typeface="+mn-lt"/>
                        </a:rPr>
                        <a:t>(w/o FOC Device)</a:t>
                      </a:r>
                    </a:p>
                  </a:txBody>
                  <a:tcPr marL="7137" marR="7137" marT="713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ECECEC"/>
                          </a:solidFill>
                          <a:effectLst/>
                          <a:latin typeface="+mn-lt"/>
                        </a:rPr>
                        <a:t>Data benefit </a:t>
                      </a:r>
                    </a:p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ECECEC"/>
                          </a:solidFill>
                          <a:effectLst/>
                          <a:latin typeface="+mn-lt"/>
                        </a:rPr>
                        <a:t>(with FOC Device)</a:t>
                      </a:r>
                    </a:p>
                  </a:txBody>
                  <a:tcPr marL="7137" marR="7137" marT="713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299</a:t>
                      </a:r>
                    </a:p>
                  </a:txBody>
                  <a:tcPr marL="7137" marR="7137" marT="71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30GB</a:t>
                      </a:r>
                    </a:p>
                  </a:txBody>
                  <a:tcPr marL="7137" marR="7137" marT="71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30GB</a:t>
                      </a:r>
                    </a:p>
                  </a:txBody>
                  <a:tcPr marL="7137" marR="7137" marT="71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399</a:t>
                      </a:r>
                    </a:p>
                  </a:txBody>
                  <a:tcPr marL="7137" marR="7137" marT="71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85GB</a:t>
                      </a:r>
                    </a:p>
                  </a:txBody>
                  <a:tcPr marL="7137" marR="7137" marT="71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60GB</a:t>
                      </a:r>
                    </a:p>
                  </a:txBody>
                  <a:tcPr marL="7137" marR="7137" marT="71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678662"/>
                  </a:ext>
                </a:extLst>
              </a:tr>
              <a:tr h="2875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499</a:t>
                      </a:r>
                    </a:p>
                  </a:txBody>
                  <a:tcPr marL="7137" marR="7137" marT="71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125GB</a:t>
                      </a:r>
                    </a:p>
                  </a:txBody>
                  <a:tcPr marL="7137" marR="7137" marT="71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12A31"/>
                          </a:solidFill>
                          <a:effectLst/>
                          <a:latin typeface="+mn-lt"/>
                        </a:rPr>
                        <a:t>100GB</a:t>
                      </a:r>
                    </a:p>
                  </a:txBody>
                  <a:tcPr marL="7137" marR="7137" marT="71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6867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13EDE5-233D-D931-F815-330D26C36BEC}"/>
              </a:ext>
            </a:extLst>
          </p:cNvPr>
          <p:cNvSpPr txBox="1"/>
          <p:nvPr/>
        </p:nvSpPr>
        <p:spPr>
          <a:xfrm>
            <a:off x="6229471" y="5510632"/>
            <a:ext cx="4822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months lock-in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rollover applicable on base plan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Unlimited data @ throttle speed post consumption of base data</a:t>
            </a:r>
          </a:p>
        </p:txBody>
      </p:sp>
      <p:pic>
        <p:nvPicPr>
          <p:cNvPr id="21" name="Picture 20" descr="Clipart - Network">
            <a:extLst>
              <a:ext uri="{FF2B5EF4-FFF2-40B4-BE49-F238E27FC236}">
                <a16:creationId xmlns:a16="http://schemas.microsoft.com/office/drawing/2014/main" id="{0B1C2761-470A-88A5-1C21-44164A55BB0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051" y="3139871"/>
            <a:ext cx="673103" cy="552225"/>
          </a:xfrm>
          <a:prstGeom prst="rect">
            <a:avLst/>
          </a:prstGeom>
        </p:spPr>
      </p:pic>
      <p:pic>
        <p:nvPicPr>
          <p:cNvPr id="22" name="Graphic 8">
            <a:extLst>
              <a:ext uri="{FF2B5EF4-FFF2-40B4-BE49-F238E27FC236}">
                <a16:creationId xmlns:a16="http://schemas.microsoft.com/office/drawing/2014/main" id="{5376C85E-1342-2EA3-385F-FA2FEBF051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01157" y="2032232"/>
            <a:ext cx="615046" cy="448797"/>
          </a:xfrm>
          <a:prstGeom prst="rect">
            <a:avLst/>
          </a:prstGeom>
        </p:spPr>
      </p:pic>
      <p:pic>
        <p:nvPicPr>
          <p:cNvPr id="23" name="Picture 22" descr="Battery Charging PNG Pic - PNG All | PNG All">
            <a:extLst>
              <a:ext uri="{FF2B5EF4-FFF2-40B4-BE49-F238E27FC236}">
                <a16:creationId xmlns:a16="http://schemas.microsoft.com/office/drawing/2014/main" id="{3B3FCEB5-D5BB-64AD-C912-E0EA9C67CA2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760" y="3156284"/>
            <a:ext cx="508303" cy="508303"/>
          </a:xfrm>
          <a:prstGeom prst="rect">
            <a:avLst/>
          </a:prstGeom>
        </p:spPr>
      </p:pic>
      <p:pic>
        <p:nvPicPr>
          <p:cNvPr id="24" name="Picture 23" descr="USB external media storage device vector image | Free SVG">
            <a:extLst>
              <a:ext uri="{FF2B5EF4-FFF2-40B4-BE49-F238E27FC236}">
                <a16:creationId xmlns:a16="http://schemas.microsoft.com/office/drawing/2014/main" id="{9AA57C20-E376-6744-F9A4-EFCC2DFD23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386" y="1911756"/>
            <a:ext cx="617453" cy="6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0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3" grpId="0" animBg="1"/>
      <p:bldP spid="34" grpId="0" animBg="1"/>
      <p:bldP spid="35" grpId="0" animBg="1"/>
      <p:bldP spid="30" grpId="0" animBg="1"/>
      <p:bldP spid="26" grpId="0" animBg="1"/>
      <p:bldP spid="8" grpId="0" animBg="1"/>
      <p:bldP spid="10" grpId="0"/>
      <p:bldP spid="11" grpId="0"/>
      <p:bldP spid="12" grpId="0"/>
      <p:bldP spid="13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80">
            <a:extLst>
              <a:ext uri="{FF2B5EF4-FFF2-40B4-BE49-F238E27FC236}">
                <a16:creationId xmlns:a16="http://schemas.microsoft.com/office/drawing/2014/main" id="{DCE50EF4-FFC8-0F8E-EB1A-9FE2657318A5}"/>
              </a:ext>
            </a:extLst>
          </p:cNvPr>
          <p:cNvSpPr/>
          <p:nvPr/>
        </p:nvSpPr>
        <p:spPr>
          <a:xfrm>
            <a:off x="526991" y="1055373"/>
            <a:ext cx="11138018" cy="5408481"/>
          </a:xfrm>
          <a:prstGeom prst="roundRect">
            <a:avLst>
              <a:gd name="adj" fmla="val 3414"/>
            </a:avLst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45">
            <a:extLst>
              <a:ext uri="{FF2B5EF4-FFF2-40B4-BE49-F238E27FC236}">
                <a16:creationId xmlns:a16="http://schemas.microsoft.com/office/drawing/2014/main" id="{EFEDD692-194F-F6F6-96CC-B8A1A3510446}"/>
              </a:ext>
            </a:extLst>
          </p:cNvPr>
          <p:cNvSpPr/>
          <p:nvPr/>
        </p:nvSpPr>
        <p:spPr>
          <a:xfrm>
            <a:off x="3988583" y="1604916"/>
            <a:ext cx="2925431" cy="2718374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endParaRPr lang="en-US" sz="1600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Rounded Rectangle 46">
            <a:extLst>
              <a:ext uri="{FF2B5EF4-FFF2-40B4-BE49-F238E27FC236}">
                <a16:creationId xmlns:a16="http://schemas.microsoft.com/office/drawing/2014/main" id="{330B28F6-D26C-24AE-C423-552FE036D82C}"/>
              </a:ext>
            </a:extLst>
          </p:cNvPr>
          <p:cNvSpPr/>
          <p:nvPr/>
        </p:nvSpPr>
        <p:spPr>
          <a:xfrm>
            <a:off x="951874" y="1604916"/>
            <a:ext cx="2925431" cy="2718374"/>
          </a:xfrm>
          <a:prstGeom prst="roundRect">
            <a:avLst>
              <a:gd name="adj" fmla="val 3324"/>
            </a:avLst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endParaRPr lang="en-US" sz="1600">
              <a:solidFill>
                <a:schemeClr val="bg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BBFDDAF-0078-1230-6DCB-FD392A88D0D5}"/>
              </a:ext>
            </a:extLst>
          </p:cNvPr>
          <p:cNvSpPr txBox="1">
            <a:spLocks/>
          </p:cNvSpPr>
          <p:nvPr/>
        </p:nvSpPr>
        <p:spPr>
          <a:xfrm rot="10800000" flipV="1">
            <a:off x="951873" y="1604916"/>
            <a:ext cx="2925431" cy="1502888"/>
          </a:xfrm>
          <a:prstGeom prst="round2SameRect">
            <a:avLst>
              <a:gd name="adj1" fmla="val 4992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75BEE432-9765-0DC8-24E8-3C59E65DB18B}"/>
              </a:ext>
            </a:extLst>
          </p:cNvPr>
          <p:cNvSpPr txBox="1">
            <a:spLocks/>
          </p:cNvSpPr>
          <p:nvPr/>
        </p:nvSpPr>
        <p:spPr>
          <a:xfrm rot="10800000" flipV="1">
            <a:off x="3988583" y="1604916"/>
            <a:ext cx="2925431" cy="1502888"/>
          </a:xfrm>
          <a:prstGeom prst="round2SameRect">
            <a:avLst>
              <a:gd name="adj1" fmla="val 4992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indent="0" algn="ctr">
              <a:buNone/>
            </a:pPr>
            <a:endParaRPr lang="en-US" sz="1600" b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87"/>
          </a:xfrm>
        </p:spPr>
        <p:txBody>
          <a:bodyPr/>
          <a:lstStyle/>
          <a:p>
            <a:r>
              <a:rPr lang="en-US"/>
              <a:t>Porting to Airtel Postpaid is now easy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8" name="Rounded Rectangle 47">
            <a:extLst>
              <a:ext uri="{FF2B5EF4-FFF2-40B4-BE49-F238E27FC236}">
                <a16:creationId xmlns:a16="http://schemas.microsoft.com/office/drawing/2014/main" id="{EAC14F99-689A-EA8C-7346-51B0131FBB79}"/>
              </a:ext>
            </a:extLst>
          </p:cNvPr>
          <p:cNvSpPr/>
          <p:nvPr/>
        </p:nvSpPr>
        <p:spPr>
          <a:xfrm>
            <a:off x="958744" y="4528240"/>
            <a:ext cx="5966789" cy="1485738"/>
          </a:xfrm>
          <a:prstGeom prst="roundRect">
            <a:avLst>
              <a:gd name="adj" fmla="val 8183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F8F016-E22C-BC67-9014-21D6822C5D7C}"/>
              </a:ext>
            </a:extLst>
          </p:cNvPr>
          <p:cNvSpPr/>
          <p:nvPr/>
        </p:nvSpPr>
        <p:spPr>
          <a:xfrm>
            <a:off x="2461873" y="4973836"/>
            <a:ext cx="37713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bg1"/>
                </a:solidFill>
              </a:rPr>
              <a:t>Dedicated helpline </a:t>
            </a:r>
            <a:r>
              <a:rPr lang="en-US" sz="1600">
                <a:solidFill>
                  <a:schemeClr val="bg1"/>
                </a:solidFill>
              </a:rPr>
              <a:t>to help you switch without any hassles</a:t>
            </a:r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5C78DE-0D09-F68B-3D25-AFEB31FDC467}"/>
              </a:ext>
            </a:extLst>
          </p:cNvPr>
          <p:cNvSpPr/>
          <p:nvPr/>
        </p:nvSpPr>
        <p:spPr>
          <a:xfrm>
            <a:off x="1048308" y="3312754"/>
            <a:ext cx="27325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Always stay connected even when you switch with </a:t>
            </a:r>
            <a:r>
              <a:rPr lang="en-US" sz="1600">
                <a:solidFill>
                  <a:srgbClr val="C00000"/>
                </a:solidFill>
              </a:rPr>
              <a:t>‘</a:t>
            </a:r>
            <a:r>
              <a:rPr lang="en-US" sz="1600" b="1">
                <a:solidFill>
                  <a:srgbClr val="C00000"/>
                </a:solidFill>
              </a:rPr>
              <a:t>No Downtime’ </a:t>
            </a:r>
            <a:endParaRPr lang="en-IN" sz="1600" b="1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331DEE-5B97-8339-1B60-280C6144BEEA}"/>
              </a:ext>
            </a:extLst>
          </p:cNvPr>
          <p:cNvSpPr/>
          <p:nvPr/>
        </p:nvSpPr>
        <p:spPr>
          <a:xfrm>
            <a:off x="4285667" y="3345019"/>
            <a:ext cx="23312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C00000"/>
                </a:solidFill>
              </a:rPr>
              <a:t>Sim delivery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at your doorstep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FAFAA9-E3E3-B89E-91D6-196AD2920AAA}"/>
              </a:ext>
            </a:extLst>
          </p:cNvPr>
          <p:cNvSpPr>
            <a:spLocks noChangeAspect="1"/>
          </p:cNvSpPr>
          <p:nvPr/>
        </p:nvSpPr>
        <p:spPr>
          <a:xfrm>
            <a:off x="1887653" y="1830325"/>
            <a:ext cx="1053870" cy="10538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A8C026-55CA-F538-9FBD-2126AF5D7902}"/>
              </a:ext>
            </a:extLst>
          </p:cNvPr>
          <p:cNvSpPr>
            <a:spLocks noChangeAspect="1"/>
          </p:cNvSpPr>
          <p:nvPr/>
        </p:nvSpPr>
        <p:spPr>
          <a:xfrm>
            <a:off x="4924363" y="1830325"/>
            <a:ext cx="1053870" cy="10538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1608179-AC4B-B69B-6C49-4B32A7D69A1B}"/>
              </a:ext>
            </a:extLst>
          </p:cNvPr>
          <p:cNvGrpSpPr/>
          <p:nvPr/>
        </p:nvGrpSpPr>
        <p:grpSpPr>
          <a:xfrm>
            <a:off x="7273054" y="1812583"/>
            <a:ext cx="3984474" cy="3984474"/>
            <a:chOff x="6976751" y="1556427"/>
            <a:chExt cx="4389120" cy="438912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EC8B311-1C6B-F8C8-3A5B-EDC8A2495CA0}"/>
                </a:ext>
              </a:extLst>
            </p:cNvPr>
            <p:cNvSpPr/>
            <p:nvPr/>
          </p:nvSpPr>
          <p:spPr>
            <a:xfrm>
              <a:off x="6976751" y="1556427"/>
              <a:ext cx="4389120" cy="4389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 descr="A person talking on a phone&#10;&#10;Description automatically generated with low confidence">
              <a:extLst>
                <a:ext uri="{FF2B5EF4-FFF2-40B4-BE49-F238E27FC236}">
                  <a16:creationId xmlns:a16="http://schemas.microsoft.com/office/drawing/2014/main" id="{7BDAB2B9-91BF-1ABB-2C7D-26A79F764456}"/>
                </a:ext>
              </a:extLst>
            </p:cNvPr>
            <p:cNvPicPr>
              <a:picLocks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67" r="16667"/>
            <a:stretch/>
          </p:blipFill>
          <p:spPr>
            <a:xfrm>
              <a:off x="7155311" y="1734987"/>
              <a:ext cx="4032000" cy="4032000"/>
            </a:xfrm>
            <a:prstGeom prst="ellipse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AA13C7A-4CF7-3CEE-724F-82D27B4EE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272" y="2057905"/>
            <a:ext cx="544632" cy="5446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DE4D9B2-FB67-F15C-D3FF-76E7CADF5A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78982" y="2084944"/>
            <a:ext cx="544632" cy="544632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DAB558E7-ECB2-8C84-EDDA-0FDD7FE9AD0D}"/>
              </a:ext>
            </a:extLst>
          </p:cNvPr>
          <p:cNvSpPr/>
          <p:nvPr/>
        </p:nvSpPr>
        <p:spPr>
          <a:xfrm>
            <a:off x="1235179" y="4733926"/>
            <a:ext cx="1064596" cy="1064594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CCF6F58-D1F5-79B1-28F7-327ABF9DEF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4386" y="4819484"/>
            <a:ext cx="879835" cy="87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3" grpId="0" animBg="1"/>
      <p:bldP spid="24" grpId="0" animBg="1"/>
      <p:bldP spid="8" grpId="0" animBg="1"/>
      <p:bldP spid="10" grpId="0"/>
      <p:bldP spid="11" grpId="0"/>
      <p:bldP spid="12" grpId="0"/>
      <p:bldP spid="14" grpId="0" animBg="1"/>
      <p:bldP spid="1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Facilitated seamless connections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EC864-4432-D5DA-F408-A8052C2699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between banking platforms and their customers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96E720E-6EF0-47F2-912D-84D75CB14EBC}"/>
              </a:ext>
            </a:extLst>
          </p:cNvPr>
          <p:cNvSpPr/>
          <p:nvPr/>
        </p:nvSpPr>
        <p:spPr>
          <a:xfrm rot="16200000" flipH="1">
            <a:off x="7180674" y="1930613"/>
            <a:ext cx="1595121" cy="7401851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2F3DAE8-151E-18AB-B9E1-2D8F5C02DC79}"/>
              </a:ext>
            </a:extLst>
          </p:cNvPr>
          <p:cNvGrpSpPr/>
          <p:nvPr/>
        </p:nvGrpSpPr>
        <p:grpSpPr>
          <a:xfrm>
            <a:off x="4277310" y="1406727"/>
            <a:ext cx="3615028" cy="3150949"/>
            <a:chOff x="3207982" y="881423"/>
            <a:chExt cx="2711271" cy="2363212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79F7F428-A895-D7A1-A318-389A9FF8B747}"/>
                </a:ext>
              </a:extLst>
            </p:cNvPr>
            <p:cNvSpPr/>
            <p:nvPr/>
          </p:nvSpPr>
          <p:spPr>
            <a:xfrm rot="16200000" flipH="1">
              <a:off x="3382012" y="707393"/>
              <a:ext cx="2363212" cy="2711271"/>
            </a:xfrm>
            <a:prstGeom prst="roundRect">
              <a:avLst>
                <a:gd name="adj" fmla="val 6640"/>
              </a:avLst>
            </a:prstGeom>
            <a:gradFill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0"/>
            </a:gra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028806D5-053A-31F5-ED90-5BEDAEDBB501}"/>
                </a:ext>
              </a:extLst>
            </p:cNvPr>
            <p:cNvSpPr/>
            <p:nvPr/>
          </p:nvSpPr>
          <p:spPr>
            <a:xfrm>
              <a:off x="3294531" y="942975"/>
              <a:ext cx="2557629" cy="243840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12700">
              <a:solidFill>
                <a:srgbClr val="2C3D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</a:rPr>
                <a:t>The Challenges</a:t>
              </a:r>
            </a:p>
          </p:txBody>
        </p:sp>
      </p:grpSp>
      <p:sp>
        <p:nvSpPr>
          <p:cNvPr id="76" name="Rounded Rectangle 37">
            <a:extLst>
              <a:ext uri="{FF2B5EF4-FFF2-40B4-BE49-F238E27FC236}">
                <a16:creationId xmlns:a16="http://schemas.microsoft.com/office/drawing/2014/main" id="{E6C1377B-52C9-FF93-16BD-3DA450AF1686}"/>
              </a:ext>
            </a:extLst>
          </p:cNvPr>
          <p:cNvSpPr/>
          <p:nvPr/>
        </p:nvSpPr>
        <p:spPr>
          <a:xfrm>
            <a:off x="4440661" y="1962100"/>
            <a:ext cx="3103696" cy="17406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Arial"/>
                <a:cs typeface="Arial"/>
                <a:sym typeface="Arial"/>
              </a:rPr>
              <a:t>In banks when an employee leaves the organization, leads are passed to the competitors.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05E3207-B6DD-B0DB-540D-14DED59C7C79}"/>
              </a:ext>
            </a:extLst>
          </p:cNvPr>
          <p:cNvGrpSpPr/>
          <p:nvPr/>
        </p:nvGrpSpPr>
        <p:grpSpPr>
          <a:xfrm>
            <a:off x="8064131" y="1406727"/>
            <a:ext cx="3615028" cy="3150949"/>
            <a:chOff x="6048098" y="881423"/>
            <a:chExt cx="2711271" cy="2363212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FFC184A-3118-E92F-4E29-A04786E97308}"/>
                </a:ext>
              </a:extLst>
            </p:cNvPr>
            <p:cNvSpPr/>
            <p:nvPr/>
          </p:nvSpPr>
          <p:spPr>
            <a:xfrm rot="16200000" flipH="1">
              <a:off x="6222128" y="707393"/>
              <a:ext cx="2363212" cy="2711271"/>
            </a:xfrm>
            <a:prstGeom prst="roundRect">
              <a:avLst>
                <a:gd name="adj" fmla="val 6640"/>
              </a:avLst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8EA876B0-9E3D-2EA5-CA97-F385AD4DD0A1}"/>
                </a:ext>
              </a:extLst>
            </p:cNvPr>
            <p:cNvSpPr/>
            <p:nvPr/>
          </p:nvSpPr>
          <p:spPr>
            <a:xfrm>
              <a:off x="6129171" y="942975"/>
              <a:ext cx="2557629" cy="2438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Airtel Solution</a:t>
              </a:r>
            </a:p>
          </p:txBody>
        </p:sp>
      </p:grpSp>
      <p:sp>
        <p:nvSpPr>
          <p:cNvPr id="84" name="Rounded Rectangle 37">
            <a:extLst>
              <a:ext uri="{FF2B5EF4-FFF2-40B4-BE49-F238E27FC236}">
                <a16:creationId xmlns:a16="http://schemas.microsoft.com/office/drawing/2014/main" id="{95DB5F15-1D42-73A4-C882-7C4587C856A3}"/>
              </a:ext>
            </a:extLst>
          </p:cNvPr>
          <p:cNvSpPr/>
          <p:nvPr/>
        </p:nvSpPr>
        <p:spPr>
          <a:xfrm>
            <a:off x="8224679" y="1962100"/>
            <a:ext cx="3330730" cy="2106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1200"/>
              </a:spcBef>
              <a:buClr>
                <a:schemeClr val="bg1"/>
              </a:buClr>
              <a:buSzPts val="1200"/>
              <a:buFont typeface="Wingdings" panose="05000000000000000000" pitchFamily="2" charset="2"/>
              <a:buChar char="ü"/>
            </a:pPr>
            <a:r>
              <a:rPr lang="en-US" sz="1400">
                <a:solidFill>
                  <a:schemeClr val="bg1"/>
                </a:solidFill>
                <a:cs typeface="Arial"/>
                <a:sym typeface="Arial"/>
              </a:rPr>
              <a:t>Offered facility to keep the number constant and assign the contact number of customers to their new resource.</a:t>
            </a:r>
          </a:p>
          <a:p>
            <a:pPr marL="285750" indent="-285750">
              <a:spcBef>
                <a:spcPts val="1200"/>
              </a:spcBef>
              <a:buClr>
                <a:schemeClr val="bg1"/>
              </a:buClr>
              <a:buSzPts val="1200"/>
              <a:buFont typeface="Wingdings" panose="05000000000000000000" pitchFamily="2" charset="2"/>
              <a:buChar char="ü"/>
            </a:pPr>
            <a:r>
              <a:rPr lang="en-US" sz="1400">
                <a:solidFill>
                  <a:schemeClr val="bg1"/>
                </a:solidFill>
                <a:cs typeface="Arial"/>
                <a:sym typeface="Arial"/>
              </a:rPr>
              <a:t>Helped in operational continuity and maintaining relationship. </a:t>
            </a:r>
          </a:p>
        </p:txBody>
      </p:sp>
      <p:pic>
        <p:nvPicPr>
          <p:cNvPr id="94" name="Picture 4">
            <a:extLst>
              <a:ext uri="{FF2B5EF4-FFF2-40B4-BE49-F238E27FC236}">
                <a16:creationId xmlns:a16="http://schemas.microsoft.com/office/drawing/2014/main" id="{D32C2D2F-6214-5FF9-3406-63D427C5B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0774" t="-24759" r="10774" b="-24759"/>
          <a:stretch/>
        </p:blipFill>
        <p:spPr bwMode="auto">
          <a:xfrm>
            <a:off x="407200" y="1406726"/>
            <a:ext cx="3513688" cy="5022373"/>
          </a:xfrm>
          <a:prstGeom prst="roundRect">
            <a:avLst>
              <a:gd name="adj" fmla="val 5390"/>
            </a:avLst>
          </a:prstGeom>
          <a:solidFill>
            <a:schemeClr val="tx1"/>
          </a:solidFill>
          <a:ln w="6350">
            <a:solidFill>
              <a:schemeClr val="tx2"/>
            </a:solidFill>
          </a:ln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3E32EE0-55CE-D8FB-6849-356484DB18AC}"/>
              </a:ext>
            </a:extLst>
          </p:cNvPr>
          <p:cNvCxnSpPr/>
          <p:nvPr/>
        </p:nvCxnSpPr>
        <p:spPr>
          <a:xfrm>
            <a:off x="6704675" y="4991300"/>
            <a:ext cx="0" cy="121646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2F7041D-F11F-8C6C-EF0D-93207CFED8E0}"/>
              </a:ext>
            </a:extLst>
          </p:cNvPr>
          <p:cNvCxnSpPr/>
          <p:nvPr/>
        </p:nvCxnSpPr>
        <p:spPr>
          <a:xfrm>
            <a:off x="9299692" y="4991300"/>
            <a:ext cx="0" cy="121646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18B0DA-6538-C327-BBA0-400AC7A95801}"/>
              </a:ext>
            </a:extLst>
          </p:cNvPr>
          <p:cNvSpPr txBox="1"/>
          <p:nvPr/>
        </p:nvSpPr>
        <p:spPr>
          <a:xfrm>
            <a:off x="7422413" y="5773927"/>
            <a:ext cx="14897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Improved </a:t>
            </a:r>
            <a:r>
              <a:rPr lang="en-IN" sz="1400">
                <a:latin typeface="Arial" panose="020B0604020202020204" pitchFamily="34" charset="0"/>
                <a:cs typeface="Arial" panose="020B0604020202020204" pitchFamily="34" charset="0"/>
              </a:rPr>
              <a:t>cost efficiency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2EFB0-FFDF-7661-FEE3-85021853FE69}"/>
              </a:ext>
            </a:extLst>
          </p:cNvPr>
          <p:cNvSpPr txBox="1"/>
          <p:nvPr/>
        </p:nvSpPr>
        <p:spPr>
          <a:xfrm>
            <a:off x="9712589" y="5773927"/>
            <a:ext cx="2107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Higher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security and confidentiality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687C7-1C30-5DDA-E802-08FD6DC6EC16}"/>
              </a:ext>
            </a:extLst>
          </p:cNvPr>
          <p:cNvSpPr txBox="1"/>
          <p:nvPr/>
        </p:nvSpPr>
        <p:spPr>
          <a:xfrm>
            <a:off x="4449707" y="5773927"/>
            <a:ext cx="2000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Arial" panose="020B0604020202020204" pitchFamily="34" charset="0"/>
                <a:cs typeface="Arial" panose="020B0604020202020204" pitchFamily="34" charset="0"/>
              </a:rPr>
              <a:t>Superior customer experience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4D93A8-4D1A-6F0B-AD54-8DCF4BC2A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426" y="5047453"/>
            <a:ext cx="599095" cy="5990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9A786D-37DA-0351-4327-EC54104271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68308" y="5059279"/>
            <a:ext cx="619851" cy="619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011C4C-C4D7-38B1-C34B-D82F43955D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1987" y="4982970"/>
            <a:ext cx="659005" cy="65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6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5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76" grpId="0"/>
      <p:bldP spid="84" grpId="0"/>
      <p:bldP spid="7" grpId="0"/>
      <p:bldP spid="8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F4E8-1CEB-8B89-542B-A6CC81A7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25B9-862B-96C3-A197-C8268981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 tracking facility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9070E-4461-ACF9-BE85-2A87DDFBC2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home service management company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5EC9F-FE9E-717F-B812-9A4D93F36F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DA1D06A-F08C-08CA-47F4-41F0854D6F5B}"/>
              </a:ext>
            </a:extLst>
          </p:cNvPr>
          <p:cNvSpPr/>
          <p:nvPr/>
        </p:nvSpPr>
        <p:spPr>
          <a:xfrm rot="16200000" flipH="1">
            <a:off x="7180674" y="1930613"/>
            <a:ext cx="1595121" cy="7401851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5AD22D5-77EE-2AEC-98E7-5A098D85CC38}"/>
              </a:ext>
            </a:extLst>
          </p:cNvPr>
          <p:cNvGrpSpPr/>
          <p:nvPr/>
        </p:nvGrpSpPr>
        <p:grpSpPr>
          <a:xfrm>
            <a:off x="4277310" y="1406727"/>
            <a:ext cx="3615028" cy="3150949"/>
            <a:chOff x="3207982" y="881423"/>
            <a:chExt cx="2711271" cy="2363212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8C2FC041-83E1-3671-0CDD-52C851AA0378}"/>
                </a:ext>
              </a:extLst>
            </p:cNvPr>
            <p:cNvSpPr/>
            <p:nvPr/>
          </p:nvSpPr>
          <p:spPr>
            <a:xfrm rot="16200000" flipH="1">
              <a:off x="3382012" y="707393"/>
              <a:ext cx="2363212" cy="2711271"/>
            </a:xfrm>
            <a:prstGeom prst="roundRect">
              <a:avLst>
                <a:gd name="adj" fmla="val 6640"/>
              </a:avLst>
            </a:prstGeom>
            <a:gradFill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0"/>
            </a:gra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EDB7D8F9-3EF6-2E84-4532-31EF6D9DEAF3}"/>
                </a:ext>
              </a:extLst>
            </p:cNvPr>
            <p:cNvSpPr/>
            <p:nvPr/>
          </p:nvSpPr>
          <p:spPr>
            <a:xfrm>
              <a:off x="3294531" y="942975"/>
              <a:ext cx="2557629" cy="243840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12700">
              <a:solidFill>
                <a:srgbClr val="2C3D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</a:rPr>
                <a:t>The Challenges</a:t>
              </a:r>
            </a:p>
          </p:txBody>
        </p:sp>
      </p:grpSp>
      <p:sp>
        <p:nvSpPr>
          <p:cNvPr id="76" name="Rounded Rectangle 37">
            <a:extLst>
              <a:ext uri="{FF2B5EF4-FFF2-40B4-BE49-F238E27FC236}">
                <a16:creationId xmlns:a16="http://schemas.microsoft.com/office/drawing/2014/main" id="{8D89C3F9-6281-65FC-9604-DE5E6ADCB807}"/>
              </a:ext>
            </a:extLst>
          </p:cNvPr>
          <p:cNvSpPr/>
          <p:nvPr/>
        </p:nvSpPr>
        <p:spPr>
          <a:xfrm>
            <a:off x="4440661" y="1962100"/>
            <a:ext cx="3103696" cy="17406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Arial"/>
                <a:cs typeface="Arial"/>
                <a:sym typeface="Arial"/>
              </a:rPr>
              <a:t>Employees misrepresenting their departure from the office for client meetings and failing to arrive at the customers' location.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E69CF87-65DE-2737-E7F6-482C386B64B9}"/>
              </a:ext>
            </a:extLst>
          </p:cNvPr>
          <p:cNvGrpSpPr/>
          <p:nvPr/>
        </p:nvGrpSpPr>
        <p:grpSpPr>
          <a:xfrm>
            <a:off x="8064131" y="1406727"/>
            <a:ext cx="3615028" cy="3150949"/>
            <a:chOff x="6048098" y="881423"/>
            <a:chExt cx="2711271" cy="2363212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8A684C3F-8AAF-B73C-B600-0FEA7DFDD6CA}"/>
                </a:ext>
              </a:extLst>
            </p:cNvPr>
            <p:cNvSpPr/>
            <p:nvPr/>
          </p:nvSpPr>
          <p:spPr>
            <a:xfrm rot="16200000" flipH="1">
              <a:off x="6222128" y="707393"/>
              <a:ext cx="2363212" cy="2711271"/>
            </a:xfrm>
            <a:prstGeom prst="roundRect">
              <a:avLst>
                <a:gd name="adj" fmla="val 6640"/>
              </a:avLst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6BFEFFD6-DF83-EA8E-AB35-04EA5926B8F9}"/>
                </a:ext>
              </a:extLst>
            </p:cNvPr>
            <p:cNvSpPr/>
            <p:nvPr/>
          </p:nvSpPr>
          <p:spPr>
            <a:xfrm>
              <a:off x="6129171" y="942975"/>
              <a:ext cx="2557629" cy="2438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Airtel Solution</a:t>
              </a:r>
            </a:p>
          </p:txBody>
        </p:sp>
      </p:grpSp>
      <p:sp>
        <p:nvSpPr>
          <p:cNvPr id="84" name="Rounded Rectangle 37">
            <a:extLst>
              <a:ext uri="{FF2B5EF4-FFF2-40B4-BE49-F238E27FC236}">
                <a16:creationId xmlns:a16="http://schemas.microsoft.com/office/drawing/2014/main" id="{EA475713-70DA-0669-A77E-0DD2E7E9FFAD}"/>
              </a:ext>
            </a:extLst>
          </p:cNvPr>
          <p:cNvSpPr/>
          <p:nvPr/>
        </p:nvSpPr>
        <p:spPr>
          <a:xfrm>
            <a:off x="8224679" y="1962100"/>
            <a:ext cx="3330730" cy="2106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1200"/>
              </a:spcBef>
              <a:buClr>
                <a:schemeClr val="bg1"/>
              </a:buClr>
              <a:buSzPts val="1200"/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cs typeface="Arial"/>
                <a:sym typeface="Arial"/>
              </a:rPr>
              <a:t>Offered tracking facility gives edge to company coordinators to have a access where they can track location of their resource over the utility.</a:t>
            </a:r>
          </a:p>
          <a:p>
            <a:pPr marL="171450" indent="-171450">
              <a:spcBef>
                <a:spcPts val="1200"/>
              </a:spcBef>
              <a:buClr>
                <a:schemeClr val="bg1"/>
              </a:buClr>
              <a:buSzPts val="1200"/>
              <a:buFont typeface="Arial"/>
              <a:buChar char="•"/>
            </a:pPr>
            <a:endParaRPr lang="en-US" sz="1400">
              <a:solidFill>
                <a:schemeClr val="bg1"/>
              </a:solidFill>
              <a:cs typeface="Arial"/>
              <a:sym typeface="Arial"/>
            </a:endParaRPr>
          </a:p>
          <a:p>
            <a:pPr marL="171450" indent="-171450">
              <a:spcBef>
                <a:spcPts val="1200"/>
              </a:spcBef>
              <a:buClr>
                <a:schemeClr val="bg1"/>
              </a:buClr>
              <a:buSzPts val="1200"/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cs typeface="Arial"/>
                <a:sym typeface="Arial"/>
              </a:rPr>
              <a:t>Helped in performance evaluation</a:t>
            </a:r>
          </a:p>
        </p:txBody>
      </p:sp>
      <p:pic>
        <p:nvPicPr>
          <p:cNvPr id="94" name="Picture 4">
            <a:extLst>
              <a:ext uri="{FF2B5EF4-FFF2-40B4-BE49-F238E27FC236}">
                <a16:creationId xmlns:a16="http://schemas.microsoft.com/office/drawing/2014/main" id="{F9FCEFCC-B80E-DCCB-DBC5-A93DFF6DE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31429" r="29015"/>
          <a:stretch/>
        </p:blipFill>
        <p:spPr bwMode="auto">
          <a:xfrm>
            <a:off x="407200" y="1406726"/>
            <a:ext cx="3513688" cy="5022373"/>
          </a:xfrm>
          <a:prstGeom prst="roundRect">
            <a:avLst>
              <a:gd name="adj" fmla="val 5390"/>
            </a:avLst>
          </a:prstGeom>
          <a:solidFill>
            <a:schemeClr val="bg1"/>
          </a:solidFill>
          <a:ln w="6350">
            <a:solidFill>
              <a:schemeClr val="tx2"/>
            </a:solidFill>
          </a:ln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A52520E-C978-9D7F-24FC-053F0BDB9E4A}"/>
              </a:ext>
            </a:extLst>
          </p:cNvPr>
          <p:cNvCxnSpPr/>
          <p:nvPr/>
        </p:nvCxnSpPr>
        <p:spPr>
          <a:xfrm>
            <a:off x="6704675" y="4991300"/>
            <a:ext cx="0" cy="121646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409F041-4034-ABE5-A14F-147DE70EE2FB}"/>
              </a:ext>
            </a:extLst>
          </p:cNvPr>
          <p:cNvCxnSpPr/>
          <p:nvPr/>
        </p:nvCxnSpPr>
        <p:spPr>
          <a:xfrm>
            <a:off x="9299692" y="4991300"/>
            <a:ext cx="0" cy="121646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EE72E4-B074-6045-2630-AE349352644E}"/>
              </a:ext>
            </a:extLst>
          </p:cNvPr>
          <p:cNvSpPr txBox="1"/>
          <p:nvPr/>
        </p:nvSpPr>
        <p:spPr>
          <a:xfrm>
            <a:off x="6973654" y="5773927"/>
            <a:ext cx="2290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Enhanced accountability and time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60E56-D8EA-B918-5439-C98E8C71112E}"/>
              </a:ext>
            </a:extLst>
          </p:cNvPr>
          <p:cNvSpPr txBox="1"/>
          <p:nvPr/>
        </p:nvSpPr>
        <p:spPr>
          <a:xfrm>
            <a:off x="9712589" y="5773927"/>
            <a:ext cx="16238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Higher security and safety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58819-D9A8-6EB5-3261-CE9C51F4ECBA}"/>
              </a:ext>
            </a:extLst>
          </p:cNvPr>
          <p:cNvSpPr txBox="1"/>
          <p:nvPr/>
        </p:nvSpPr>
        <p:spPr>
          <a:xfrm>
            <a:off x="4594187" y="5773927"/>
            <a:ext cx="1646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Arial" panose="020B0604020202020204" pitchFamily="34" charset="0"/>
                <a:cs typeface="Arial" panose="020B0604020202020204" pitchFamily="34" charset="0"/>
              </a:rPr>
              <a:t>Improved productivity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D581ED-78AD-AB3C-4A9C-881D3D03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894" y="5074684"/>
            <a:ext cx="544632" cy="544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6F084C-1716-D434-3EF4-36A533C821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17910" y="5017497"/>
            <a:ext cx="659005" cy="6590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74F4D1-8FE6-7E46-2B7C-0EB4A4213F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31184" y="5086906"/>
            <a:ext cx="544632" cy="5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4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5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76" grpId="0"/>
      <p:bldP spid="84" grpId="0"/>
      <p:bldP spid="7" grpId="0"/>
      <p:bldP spid="8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1C7ED66D-EA43-4180-2469-B79F2FE702F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t="146" b="146"/>
          <a:stretch/>
        </p:blipFill>
        <p:spPr>
          <a:xfrm>
            <a:off x="7380206" y="0"/>
            <a:ext cx="4813676" cy="685762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E4CD890-7E05-456E-20F8-5BEDCD5E53F0}"/>
              </a:ext>
            </a:extLst>
          </p:cNvPr>
          <p:cNvGrpSpPr/>
          <p:nvPr/>
        </p:nvGrpSpPr>
        <p:grpSpPr>
          <a:xfrm>
            <a:off x="0" y="0"/>
            <a:ext cx="8989871" cy="6858000"/>
            <a:chOff x="0" y="0"/>
            <a:chExt cx="8989871" cy="6858000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ABA3827-0BB2-AEAE-E16E-8409DE0FAB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41981" y="0"/>
              <a:ext cx="6647890" cy="6858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7AAA748-9E8A-8B7C-9775-840405F2DC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0"/>
              <a:ext cx="6647890" cy="6858000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07EE9774-C8A5-D62E-D9ED-E2D9118024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BFD9B-5EE6-FA48-F948-5A2AE3E98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84BA76B6-6304-867F-A804-31EA3671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61" y="1562592"/>
            <a:ext cx="5610129" cy="4768760"/>
          </a:xfrm>
        </p:spPr>
        <p:txBody>
          <a:bodyPr/>
          <a:lstStyle/>
          <a:p>
            <a:r>
              <a:rPr lang="en-US"/>
              <a:t>Airtel </a:t>
            </a:r>
            <a:br>
              <a:rPr lang="en-US"/>
            </a:br>
            <a:r>
              <a:rPr lang="en-US"/>
              <a:t>International Roaming</a:t>
            </a:r>
            <a:br>
              <a:rPr lang="en-US"/>
            </a:br>
            <a:r>
              <a:rPr lang="en-US"/>
              <a:t>for your business </a:t>
            </a:r>
          </a:p>
        </p:txBody>
      </p:sp>
      <p:pic>
        <p:nvPicPr>
          <p:cNvPr id="2" name="Picture 1" descr="A picture containing text, transport, aircraft, airplane&#10;&#10;Description automatically generated">
            <a:extLst>
              <a:ext uri="{FF2B5EF4-FFF2-40B4-BE49-F238E27FC236}">
                <a16:creationId xmlns:a16="http://schemas.microsoft.com/office/drawing/2014/main" id="{846BF5F8-FBE8-53DA-3250-E50703147C2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8825" y="3567351"/>
            <a:ext cx="5791130" cy="234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19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You Get With Airtel International Roaming?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5" name="Graphic 7179">
            <a:extLst>
              <a:ext uri="{FF2B5EF4-FFF2-40B4-BE49-F238E27FC236}">
                <a16:creationId xmlns:a16="http://schemas.microsoft.com/office/drawing/2014/main" id="{B9CBCEC2-29F8-754C-80EC-5DAC4352BD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20435" b="17665"/>
          <a:stretch/>
        </p:blipFill>
        <p:spPr>
          <a:xfrm>
            <a:off x="-694470" y="1787673"/>
            <a:ext cx="13580940" cy="56093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8F40F9-32F2-15C3-77A9-76DD49466D3D}"/>
              </a:ext>
            </a:extLst>
          </p:cNvPr>
          <p:cNvSpPr/>
          <p:nvPr/>
        </p:nvSpPr>
        <p:spPr>
          <a:xfrm>
            <a:off x="491478" y="1223437"/>
            <a:ext cx="28397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Highest coverage – </a:t>
            </a:r>
            <a:br>
              <a:rPr lang="en-US" sz="1200"/>
            </a:br>
            <a:r>
              <a:rPr lang="en-US" sz="1200"/>
              <a:t>one pack works across 184 country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E035D-E6CD-4F71-D719-2CD47E339EF3}"/>
              </a:ext>
            </a:extLst>
          </p:cNvPr>
          <p:cNvSpPr/>
          <p:nvPr/>
        </p:nvSpPr>
        <p:spPr>
          <a:xfrm>
            <a:off x="3730729" y="1223437"/>
            <a:ext cx="19628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Unlimited data</a:t>
            </a:r>
            <a:br>
              <a:rPr lang="en-US" sz="1200"/>
            </a:br>
            <a:r>
              <a:rPr lang="en-US" sz="1200"/>
              <a:t>(with FUP throttle)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7165F-4DCE-DA3B-9BBF-80C0A3C0E0F8}"/>
              </a:ext>
            </a:extLst>
          </p:cNvPr>
          <p:cNvSpPr/>
          <p:nvPr/>
        </p:nvSpPr>
        <p:spPr>
          <a:xfrm>
            <a:off x="6405196" y="1162845"/>
            <a:ext cx="2097171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Enjoy flexibility in travel dates, with pack activating only upon arrival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4A7A0F-56C6-2A82-96F2-FB82CEEDB1F4}"/>
              </a:ext>
            </a:extLst>
          </p:cNvPr>
          <p:cNvSpPr/>
          <p:nvPr/>
        </p:nvSpPr>
        <p:spPr>
          <a:xfrm>
            <a:off x="9301690" y="1223437"/>
            <a:ext cx="1723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Free incoming SMS while in roaming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AFC16D-CE99-A952-8478-F08B68A9007C}"/>
              </a:ext>
            </a:extLst>
          </p:cNvPr>
          <p:cNvSpPr/>
          <p:nvPr/>
        </p:nvSpPr>
        <p:spPr>
          <a:xfrm>
            <a:off x="2125326" y="5716182"/>
            <a:ext cx="2280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Roam Without Fear of bill shock - No unexpected charges.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C115F5-615C-7414-4F26-E21BAB60B93C}"/>
              </a:ext>
            </a:extLst>
          </p:cNvPr>
          <p:cNvSpPr/>
          <p:nvPr/>
        </p:nvSpPr>
        <p:spPr>
          <a:xfrm>
            <a:off x="4721026" y="5716182"/>
            <a:ext cx="2718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24x7 tollfree and WhatsApp support</a:t>
            </a:r>
            <a:br>
              <a:rPr lang="en-US" sz="1200"/>
            </a:br>
            <a:r>
              <a:rPr lang="en-US" sz="1200"/>
              <a:t>(99100 99100)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3DAFC-8561-4C85-4A10-4AB05A3E92BE}"/>
              </a:ext>
            </a:extLst>
          </p:cNvPr>
          <p:cNvSpPr/>
          <p:nvPr/>
        </p:nvSpPr>
        <p:spPr>
          <a:xfrm>
            <a:off x="7706814" y="5716182"/>
            <a:ext cx="23750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Tie-ups with multiple service providers for amazing network coverage</a:t>
            </a:r>
          </a:p>
        </p:txBody>
      </p:sp>
      <p:sp>
        <p:nvSpPr>
          <p:cNvPr id="13" name="Redondear rectángulo de esquina del mismo lado 5030">
            <a:extLst>
              <a:ext uri="{FF2B5EF4-FFF2-40B4-BE49-F238E27FC236}">
                <a16:creationId xmlns:a16="http://schemas.microsoft.com/office/drawing/2014/main" id="{3334F0AE-5FF1-785C-2A68-DA2BD787AF65}"/>
              </a:ext>
            </a:extLst>
          </p:cNvPr>
          <p:cNvSpPr/>
          <p:nvPr/>
        </p:nvSpPr>
        <p:spPr bwMode="auto">
          <a:xfrm rot="18923391">
            <a:off x="1207770" y="2186822"/>
            <a:ext cx="1655532" cy="166930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18900000"/>
              </a:camera>
              <a:lightRig rig="threePt" dir="t"/>
            </a:scene3d>
          </a:bodyPr>
          <a:lstStyle/>
          <a:p>
            <a:pPr algn="ctr"/>
            <a:endParaRPr lang="en-U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ortar y redondear rectángulo de esquina sencilla 3534">
            <a:extLst>
              <a:ext uri="{FF2B5EF4-FFF2-40B4-BE49-F238E27FC236}">
                <a16:creationId xmlns:a16="http://schemas.microsoft.com/office/drawing/2014/main" id="{29903E90-6EEB-8F3F-5722-3F9631AA51DC}"/>
              </a:ext>
            </a:extLst>
          </p:cNvPr>
          <p:cNvSpPr>
            <a:spLocks noChangeAspect="1"/>
          </p:cNvSpPr>
          <p:nvPr/>
        </p:nvSpPr>
        <p:spPr bwMode="auto">
          <a:xfrm rot="2736277">
            <a:off x="3895241" y="2194221"/>
            <a:ext cx="1654513" cy="1654516"/>
          </a:xfrm>
          <a:prstGeom prst="snipRoundRect">
            <a:avLst>
              <a:gd name="adj1" fmla="val 50000"/>
              <a:gd name="adj2" fmla="val 0"/>
            </a:avLst>
          </a:prstGeom>
          <a:solidFill>
            <a:schemeClr val="tx2">
              <a:lumMod val="50000"/>
            </a:schemeClr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2700000"/>
              </a:camera>
              <a:lightRig rig="threePt" dir="t"/>
            </a:scene3d>
          </a:bodyPr>
          <a:lstStyle/>
          <a:p>
            <a:pPr algn="ctr"/>
            <a:endParaRPr lang="es-E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ortar y redondear rectángulo de esquina sencilla 5029">
            <a:extLst>
              <a:ext uri="{FF2B5EF4-FFF2-40B4-BE49-F238E27FC236}">
                <a16:creationId xmlns:a16="http://schemas.microsoft.com/office/drawing/2014/main" id="{8B2192A9-CF3F-EE4C-68E1-4BA232BA57C2}"/>
              </a:ext>
            </a:extLst>
          </p:cNvPr>
          <p:cNvSpPr>
            <a:spLocks noChangeAspect="1"/>
          </p:cNvSpPr>
          <p:nvPr/>
        </p:nvSpPr>
        <p:spPr bwMode="auto">
          <a:xfrm rot="2736277">
            <a:off x="6636180" y="2194221"/>
            <a:ext cx="1654513" cy="1654516"/>
          </a:xfrm>
          <a:prstGeom prst="snipRoundRect">
            <a:avLst>
              <a:gd name="adj1" fmla="val 50000"/>
              <a:gd name="adj2" fmla="val 0"/>
            </a:avLst>
          </a:prstGeom>
          <a:solidFill>
            <a:schemeClr val="tx2">
              <a:lumMod val="50000"/>
            </a:schemeClr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2700000"/>
              </a:camera>
              <a:lightRig rig="threePt" dir="t"/>
            </a:scene3d>
          </a:bodyPr>
          <a:lstStyle/>
          <a:p>
            <a:pPr algn="ctr"/>
            <a:endParaRPr lang="es-E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dondear rectángulo de esquina del mismo lado 5030">
            <a:extLst>
              <a:ext uri="{FF2B5EF4-FFF2-40B4-BE49-F238E27FC236}">
                <a16:creationId xmlns:a16="http://schemas.microsoft.com/office/drawing/2014/main" id="{B5A539AB-A8BC-27BF-C7B0-35CA257F5A06}"/>
              </a:ext>
            </a:extLst>
          </p:cNvPr>
          <p:cNvSpPr/>
          <p:nvPr/>
        </p:nvSpPr>
        <p:spPr bwMode="auto">
          <a:xfrm rot="2676609" flipH="1">
            <a:off x="9331459" y="2186822"/>
            <a:ext cx="1655532" cy="166930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18900000"/>
              </a:camera>
              <a:lightRig rig="threePt" dir="t"/>
            </a:scene3d>
          </a:bodyPr>
          <a:lstStyle/>
          <a:p>
            <a:pPr algn="ctr"/>
            <a:endParaRPr lang="en-U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ortar y redondear rectángulo de esquina sencilla 3535">
            <a:extLst>
              <a:ext uri="{FF2B5EF4-FFF2-40B4-BE49-F238E27FC236}">
                <a16:creationId xmlns:a16="http://schemas.microsoft.com/office/drawing/2014/main" id="{C88BAD40-6397-8CB6-BBFD-3AD675B198D9}"/>
              </a:ext>
            </a:extLst>
          </p:cNvPr>
          <p:cNvSpPr>
            <a:spLocks noChangeAspect="1"/>
          </p:cNvSpPr>
          <p:nvPr/>
        </p:nvSpPr>
        <p:spPr bwMode="auto">
          <a:xfrm rot="18863723" flipV="1">
            <a:off x="2524773" y="3542425"/>
            <a:ext cx="1654515" cy="1654516"/>
          </a:xfrm>
          <a:prstGeom prst="snipRoundRect">
            <a:avLst>
              <a:gd name="adj1" fmla="val 50000"/>
              <a:gd name="adj2" fmla="val 0"/>
            </a:avLst>
          </a:prstGeom>
          <a:solidFill>
            <a:schemeClr val="tx2">
              <a:lumMod val="50000"/>
            </a:schemeClr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8100000"/>
              </a:camera>
              <a:lightRig rig="threePt" dir="t"/>
            </a:scene3d>
          </a:bodyPr>
          <a:lstStyle/>
          <a:p>
            <a:pPr algn="ctr"/>
            <a:endParaRPr lang="es-E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ortar y redondear rectángulo de esquina sencilla 3527">
            <a:extLst>
              <a:ext uri="{FF2B5EF4-FFF2-40B4-BE49-F238E27FC236}">
                <a16:creationId xmlns:a16="http://schemas.microsoft.com/office/drawing/2014/main" id="{CC21081C-B2B5-E4F2-F6D0-843212E4230B}"/>
              </a:ext>
            </a:extLst>
          </p:cNvPr>
          <p:cNvSpPr>
            <a:spLocks noChangeAspect="1"/>
          </p:cNvSpPr>
          <p:nvPr/>
        </p:nvSpPr>
        <p:spPr bwMode="auto">
          <a:xfrm rot="18863723" flipV="1">
            <a:off x="5265708" y="3542425"/>
            <a:ext cx="1654515" cy="1654516"/>
          </a:xfrm>
          <a:prstGeom prst="snipRoundRect">
            <a:avLst>
              <a:gd name="adj1" fmla="val 50000"/>
              <a:gd name="adj2" fmla="val 0"/>
            </a:avLst>
          </a:prstGeom>
          <a:solidFill>
            <a:schemeClr val="tx2"/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8100000"/>
              </a:camera>
              <a:lightRig rig="threePt" dir="t"/>
            </a:scene3d>
          </a:bodyPr>
          <a:lstStyle/>
          <a:p>
            <a:pPr algn="ctr"/>
            <a:endParaRPr lang="es-E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ortar y redondear rectángulo de esquina sencilla 3528">
            <a:extLst>
              <a:ext uri="{FF2B5EF4-FFF2-40B4-BE49-F238E27FC236}">
                <a16:creationId xmlns:a16="http://schemas.microsoft.com/office/drawing/2014/main" id="{39D7CFE3-34A5-09A0-5780-BF40A4BDB774}"/>
              </a:ext>
            </a:extLst>
          </p:cNvPr>
          <p:cNvSpPr>
            <a:spLocks noChangeAspect="1"/>
          </p:cNvSpPr>
          <p:nvPr/>
        </p:nvSpPr>
        <p:spPr bwMode="auto">
          <a:xfrm rot="18863723" flipV="1">
            <a:off x="8006647" y="3542425"/>
            <a:ext cx="1654515" cy="1654516"/>
          </a:xfrm>
          <a:prstGeom prst="snipRoundRect">
            <a:avLst>
              <a:gd name="adj1" fmla="val 50000"/>
              <a:gd name="adj2" fmla="val 0"/>
            </a:avLst>
          </a:prstGeom>
          <a:solidFill>
            <a:schemeClr val="tx2">
              <a:lumMod val="50000"/>
            </a:schemeClr>
          </a:solidFill>
          <a:ln w="63500">
            <a:solidFill>
              <a:schemeClr val="bg1"/>
            </a:solidFill>
          </a:ln>
          <a:effectLst>
            <a:outerShdw blurRad="322865" dist="180448" dir="5400000" algn="t" rotWithShape="0">
              <a:prstClr val="black">
                <a:alpha val="10117"/>
              </a:prstClr>
            </a:outerShdw>
          </a:effectLst>
        </p:spPr>
        <p:txBody>
          <a:bodyPr lIns="0" tIns="0" rIns="0" bIns="0" rtlCol="0" anchor="ctr">
            <a:scene3d>
              <a:camera prst="orthographicFront">
                <a:rot lat="0" lon="0" rev="8100000"/>
              </a:camera>
              <a:lightRig rig="threePt" dir="t"/>
            </a:scene3d>
          </a:bodyPr>
          <a:lstStyle/>
          <a:p>
            <a:pPr algn="ctr"/>
            <a:endParaRPr lang="es-ES"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BBC95D-8A22-B5C8-2E00-D68683DA3F17}"/>
              </a:ext>
            </a:extLst>
          </p:cNvPr>
          <p:cNvGrpSpPr/>
          <p:nvPr/>
        </p:nvGrpSpPr>
        <p:grpSpPr>
          <a:xfrm>
            <a:off x="1911927" y="1845961"/>
            <a:ext cx="8247298" cy="294566"/>
            <a:chOff x="1911927" y="1845961"/>
            <a:chExt cx="8247298" cy="29456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90567A-25A1-65C1-D0FC-F04E8EFF6350}"/>
                </a:ext>
              </a:extLst>
            </p:cNvPr>
            <p:cNvCxnSpPr/>
            <p:nvPr/>
          </p:nvCxnSpPr>
          <p:spPr>
            <a:xfrm flipV="1">
              <a:off x="1911927" y="184596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10E72-A336-9A70-41B0-48CFD4A81210}"/>
                </a:ext>
              </a:extLst>
            </p:cNvPr>
            <p:cNvCxnSpPr/>
            <p:nvPr/>
          </p:nvCxnSpPr>
          <p:spPr>
            <a:xfrm flipV="1">
              <a:off x="4721026" y="184596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2119AD6-8E3D-4494-987D-B05276E1C1FD}"/>
                </a:ext>
              </a:extLst>
            </p:cNvPr>
            <p:cNvCxnSpPr/>
            <p:nvPr/>
          </p:nvCxnSpPr>
          <p:spPr>
            <a:xfrm flipV="1">
              <a:off x="7446207" y="184596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6AFA37E-B0EF-D900-8B11-1F995F968976}"/>
                </a:ext>
              </a:extLst>
            </p:cNvPr>
            <p:cNvCxnSpPr/>
            <p:nvPr/>
          </p:nvCxnSpPr>
          <p:spPr>
            <a:xfrm flipV="1">
              <a:off x="10159225" y="184596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CF12E5-B05B-F7B8-3825-8AF3EB3BB446}"/>
              </a:ext>
            </a:extLst>
          </p:cNvPr>
          <p:cNvGrpSpPr/>
          <p:nvPr/>
        </p:nvGrpSpPr>
        <p:grpSpPr>
          <a:xfrm rot="10800000">
            <a:off x="3331248" y="5244971"/>
            <a:ext cx="5534280" cy="294566"/>
            <a:chOff x="3331248" y="5244971"/>
            <a:chExt cx="5534280" cy="294566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A29E78C-2AA4-F982-8046-B77C1B46AEE3}"/>
                </a:ext>
              </a:extLst>
            </p:cNvPr>
            <p:cNvCxnSpPr/>
            <p:nvPr/>
          </p:nvCxnSpPr>
          <p:spPr>
            <a:xfrm flipV="1">
              <a:off x="3331248" y="524497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DC4F9BF-4DFB-C3A0-0A2F-9E71C5EE5539}"/>
                </a:ext>
              </a:extLst>
            </p:cNvPr>
            <p:cNvCxnSpPr/>
            <p:nvPr/>
          </p:nvCxnSpPr>
          <p:spPr>
            <a:xfrm flipV="1">
              <a:off x="6140347" y="524497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09D99D8-99C3-E10C-07D3-64E01EA54033}"/>
                </a:ext>
              </a:extLst>
            </p:cNvPr>
            <p:cNvCxnSpPr/>
            <p:nvPr/>
          </p:nvCxnSpPr>
          <p:spPr>
            <a:xfrm flipV="1">
              <a:off x="8865528" y="5244971"/>
              <a:ext cx="0" cy="2945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4">
            <a:extLst>
              <a:ext uri="{FF2B5EF4-FFF2-40B4-BE49-F238E27FC236}">
                <a16:creationId xmlns:a16="http://schemas.microsoft.com/office/drawing/2014/main" id="{C204003C-B5DA-C4AC-B89F-761B05935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1660562" y="2661847"/>
            <a:ext cx="701355" cy="70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8E1BD645-1F57-A8DA-916A-CC43E324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086930" y="2650976"/>
            <a:ext cx="764661" cy="76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4B2599BE-5DD1-2755-F0D1-E18297E4A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4374924" y="2685733"/>
            <a:ext cx="695145" cy="69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C33D85F7-5FFF-FFD9-33D4-73E955863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8470743" y="3936314"/>
            <a:ext cx="726322" cy="72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F17FFD91-AC30-7AC1-E4AE-26E32B68C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806908" y="2680988"/>
            <a:ext cx="704633" cy="70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E931A37F-B434-FB18-2863-E903BC8C4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2919312" y="3898320"/>
            <a:ext cx="775096" cy="77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0FC8A195-52C8-6E9D-9523-EDDD1C021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5700563" y="3933552"/>
            <a:ext cx="704633" cy="70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18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connectivity for all your needs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Rectangle: Rounded Corners 94">
            <a:extLst>
              <a:ext uri="{FF2B5EF4-FFF2-40B4-BE49-F238E27FC236}">
                <a16:creationId xmlns:a16="http://schemas.microsoft.com/office/drawing/2014/main" id="{7376FA04-8B4B-648A-4849-3870CA943905}"/>
              </a:ext>
            </a:extLst>
          </p:cNvPr>
          <p:cNvSpPr/>
          <p:nvPr/>
        </p:nvSpPr>
        <p:spPr>
          <a:xfrm>
            <a:off x="377163" y="1137776"/>
            <a:ext cx="11437674" cy="4668663"/>
          </a:xfrm>
          <a:prstGeom prst="roundRect">
            <a:avLst>
              <a:gd name="adj" fmla="val 3996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D9584-1DBA-C65E-6A09-485F4167F690}"/>
              </a:ext>
            </a:extLst>
          </p:cNvPr>
          <p:cNvSpPr txBox="1"/>
          <p:nvPr/>
        </p:nvSpPr>
        <p:spPr>
          <a:xfrm>
            <a:off x="947060" y="5996397"/>
            <a:ext cx="1086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/>
              <a:t>* Voice  (OG – Local or local to India +  IC)</a:t>
            </a:r>
          </a:p>
          <a:p>
            <a:pPr algn="r"/>
            <a:r>
              <a:rPr lang="en-US" sz="1200"/>
              <a:t>Data – High speed data based on pack + throttle @ 80kbps post consumption of high speed data</a:t>
            </a:r>
          </a:p>
          <a:p>
            <a:pPr algn="r"/>
            <a:r>
              <a:rPr lang="en-US" sz="1200"/>
              <a:t>All these packs cover 184 countries, respective benefits will be credited based on the country you travel.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4969E0AA-C840-27AE-4A49-EE1E3C60A241}"/>
              </a:ext>
            </a:extLst>
          </p:cNvPr>
          <p:cNvSpPr/>
          <p:nvPr/>
        </p:nvSpPr>
        <p:spPr>
          <a:xfrm>
            <a:off x="659383" y="4025543"/>
            <a:ext cx="10889652" cy="1051825"/>
          </a:xfrm>
          <a:prstGeom prst="roundRect">
            <a:avLst/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World, 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Pack</a:t>
            </a:r>
          </a:p>
          <a:p>
            <a:pPr algn="ctr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Covers USA, Europe, Gulf, South Asia, Africa, Australia &amp; more</a:t>
            </a:r>
          </a:p>
        </p:txBody>
      </p: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FCC22C26-7B53-C3E0-9471-3E48DE37BA7D}"/>
              </a:ext>
            </a:extLst>
          </p:cNvPr>
          <p:cNvSpPr/>
          <p:nvPr/>
        </p:nvSpPr>
        <p:spPr>
          <a:xfrm>
            <a:off x="680078" y="1472083"/>
            <a:ext cx="1896866" cy="2200520"/>
          </a:xfrm>
          <a:prstGeom prst="roundRect">
            <a:avLst>
              <a:gd name="adj" fmla="val 677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solidFill>
              <a:schemeClr val="tx2"/>
            </a:solidFill>
          </a:ln>
          <a:effectLst>
            <a:outerShdw blurRad="1016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88B54-D8DC-353A-786B-02369F91AA8F}"/>
              </a:ext>
            </a:extLst>
          </p:cNvPr>
          <p:cNvSpPr txBox="1"/>
          <p:nvPr/>
        </p:nvSpPr>
        <p:spPr>
          <a:xfrm>
            <a:off x="1019004" y="2643880"/>
            <a:ext cx="153864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Unlimited Data*</a:t>
            </a:r>
          </a:p>
          <a:p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(500 MB high-speed)</a:t>
            </a:r>
          </a:p>
          <a:p>
            <a:endParaRPr lang="en-US" sz="1400">
              <a:solidFill>
                <a:schemeClr val="accent4">
                  <a:lumMod val="7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100 mins</a:t>
            </a:r>
          </a:p>
        </p:txBody>
      </p:sp>
      <p:sp>
        <p:nvSpPr>
          <p:cNvPr id="13" name="Rounded Rectangle 24">
            <a:extLst>
              <a:ext uri="{FF2B5EF4-FFF2-40B4-BE49-F238E27FC236}">
                <a16:creationId xmlns:a16="http://schemas.microsoft.com/office/drawing/2014/main" id="{D68AA098-B293-92A3-FDD9-C3524705891F}"/>
              </a:ext>
            </a:extLst>
          </p:cNvPr>
          <p:cNvSpPr/>
          <p:nvPr/>
        </p:nvSpPr>
        <p:spPr>
          <a:xfrm>
            <a:off x="2930614" y="1449922"/>
            <a:ext cx="1890524" cy="2200520"/>
          </a:xfrm>
          <a:prstGeom prst="roundRect">
            <a:avLst>
              <a:gd name="adj" fmla="val 6773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  <a:effectLst>
            <a:outerShdw blurRad="101600" dist="1143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F510C1-1FD4-37E3-EB13-E44424F492D7}"/>
              </a:ext>
            </a:extLst>
          </p:cNvPr>
          <p:cNvSpPr txBox="1"/>
          <p:nvPr/>
        </p:nvSpPr>
        <p:spPr>
          <a:xfrm>
            <a:off x="3310987" y="2621719"/>
            <a:ext cx="1500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Unlimited Data*</a:t>
            </a:r>
          </a:p>
          <a:p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(5 GB high-speed)</a:t>
            </a:r>
          </a:p>
          <a:p>
            <a:endParaRPr lang="en-US" sz="1400">
              <a:solidFill>
                <a:schemeClr val="accent4">
                  <a:lumMod val="7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100 mins/day</a:t>
            </a:r>
          </a:p>
        </p:txBody>
      </p:sp>
      <p:sp>
        <p:nvSpPr>
          <p:cNvPr id="18" name="Rounded Rectangle 36">
            <a:extLst>
              <a:ext uri="{FF2B5EF4-FFF2-40B4-BE49-F238E27FC236}">
                <a16:creationId xmlns:a16="http://schemas.microsoft.com/office/drawing/2014/main" id="{80870243-5E67-6316-448A-A4F959D4738F}"/>
              </a:ext>
            </a:extLst>
          </p:cNvPr>
          <p:cNvSpPr/>
          <p:nvPr/>
        </p:nvSpPr>
        <p:spPr>
          <a:xfrm>
            <a:off x="5169626" y="1449543"/>
            <a:ext cx="1896866" cy="2200520"/>
          </a:xfrm>
          <a:prstGeom prst="roundRect">
            <a:avLst>
              <a:gd name="adj" fmla="val 677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solidFill>
              <a:schemeClr val="tx2"/>
            </a:solidFill>
          </a:ln>
          <a:effectLst>
            <a:outerShdw blurRad="1016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EFEE8D-EA88-1CB4-4E38-10EA1D522F54}"/>
              </a:ext>
            </a:extLst>
          </p:cNvPr>
          <p:cNvSpPr txBox="1"/>
          <p:nvPr/>
        </p:nvSpPr>
        <p:spPr>
          <a:xfrm>
            <a:off x="5551277" y="2621340"/>
            <a:ext cx="1515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Unlimited Data*</a:t>
            </a:r>
          </a:p>
          <a:p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(12 GB high-speed)</a:t>
            </a:r>
          </a:p>
          <a:p>
            <a:endParaRPr lang="en-US" sz="1400">
              <a:solidFill>
                <a:schemeClr val="accent4">
                  <a:lumMod val="7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100 </a:t>
            </a:r>
            <a:r>
              <a:rPr lang="en-US" sz="1400" err="1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mins</a:t>
            </a:r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/day</a:t>
            </a:r>
          </a:p>
        </p:txBody>
      </p:sp>
      <p:sp>
        <p:nvSpPr>
          <p:cNvPr id="23" name="Rounded Rectangle 49">
            <a:extLst>
              <a:ext uri="{FF2B5EF4-FFF2-40B4-BE49-F238E27FC236}">
                <a16:creationId xmlns:a16="http://schemas.microsoft.com/office/drawing/2014/main" id="{113E9F9A-44C3-8C34-1A9F-C4683275CB2E}"/>
              </a:ext>
            </a:extLst>
          </p:cNvPr>
          <p:cNvSpPr/>
          <p:nvPr/>
        </p:nvSpPr>
        <p:spPr>
          <a:xfrm>
            <a:off x="5252069" y="1525546"/>
            <a:ext cx="1728022" cy="4831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24" name="Rounded Rectangle 50">
            <a:extLst>
              <a:ext uri="{FF2B5EF4-FFF2-40B4-BE49-F238E27FC236}">
                <a16:creationId xmlns:a16="http://schemas.microsoft.com/office/drawing/2014/main" id="{2AEBE8A7-26D9-86F1-EE33-181EDF3767EC}"/>
              </a:ext>
            </a:extLst>
          </p:cNvPr>
          <p:cNvSpPr/>
          <p:nvPr/>
        </p:nvSpPr>
        <p:spPr>
          <a:xfrm>
            <a:off x="3020542" y="1533291"/>
            <a:ext cx="1713947" cy="4831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25" name="Rounded Rectangle 51">
            <a:extLst>
              <a:ext uri="{FF2B5EF4-FFF2-40B4-BE49-F238E27FC236}">
                <a16:creationId xmlns:a16="http://schemas.microsoft.com/office/drawing/2014/main" id="{002AC251-8A2F-D89A-0ED7-02059AAD0416}"/>
              </a:ext>
            </a:extLst>
          </p:cNvPr>
          <p:cNvSpPr/>
          <p:nvPr/>
        </p:nvSpPr>
        <p:spPr>
          <a:xfrm>
            <a:off x="762350" y="1540006"/>
            <a:ext cx="1724630" cy="4831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ECBFE-392C-0A6C-C8DE-DBCA0DE5EC71}"/>
              </a:ext>
            </a:extLst>
          </p:cNvPr>
          <p:cNvSpPr/>
          <p:nvPr/>
        </p:nvSpPr>
        <p:spPr>
          <a:xfrm>
            <a:off x="694935" y="2115033"/>
            <a:ext cx="18676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+mj-lt"/>
                <a:cs typeface="Calibri" panose="020F0502020204030204" pitchFamily="34" charset="0"/>
              </a:rPr>
              <a:t>₹</a:t>
            </a:r>
            <a:r>
              <a:rPr lang="en-US" sz="2400">
                <a:latin typeface="+mj-lt"/>
                <a:cs typeface="Calibri" panose="020F0502020204030204" pitchFamily="34" charset="0"/>
              </a:rPr>
              <a:t> 649 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9C13AA-5717-78DC-409C-6FFAD771F634}"/>
              </a:ext>
            </a:extLst>
          </p:cNvPr>
          <p:cNvSpPr/>
          <p:nvPr/>
        </p:nvSpPr>
        <p:spPr>
          <a:xfrm>
            <a:off x="2928625" y="2090735"/>
            <a:ext cx="1882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+mj-lt"/>
                <a:cs typeface="Calibri" panose="020F0502020204030204" pitchFamily="34" charset="0"/>
              </a:rPr>
              <a:t>₹</a:t>
            </a:r>
            <a:r>
              <a:rPr lang="en-US" sz="2400">
                <a:latin typeface="+mj-lt"/>
                <a:cs typeface="Calibri" panose="020F0502020204030204" pitchFamily="34" charset="0"/>
              </a:rPr>
              <a:t> 2999 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3D785C-0B1A-0D09-3BE1-E2B9F468E88C}"/>
              </a:ext>
            </a:extLst>
          </p:cNvPr>
          <p:cNvSpPr/>
          <p:nvPr/>
        </p:nvSpPr>
        <p:spPr>
          <a:xfrm>
            <a:off x="5169625" y="2077013"/>
            <a:ext cx="18968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+mj-lt"/>
                <a:cs typeface="Calibri" panose="020F0502020204030204" pitchFamily="34" charset="0"/>
              </a:rPr>
              <a:t>₹</a:t>
            </a:r>
            <a:r>
              <a:rPr lang="en-US" sz="2400">
                <a:latin typeface="+mj-lt"/>
                <a:cs typeface="Calibri" panose="020F0502020204030204" pitchFamily="34" charset="0"/>
              </a:rPr>
              <a:t> 3999 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69112C-6520-70F9-0513-409047544600}"/>
              </a:ext>
            </a:extLst>
          </p:cNvPr>
          <p:cNvSpPr/>
          <p:nvPr/>
        </p:nvSpPr>
        <p:spPr>
          <a:xfrm>
            <a:off x="844267" y="1529512"/>
            <a:ext cx="1544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  <a:ea typeface="Gadugi" panose="020B0502040204020203" pitchFamily="34" charset="0"/>
                <a:cs typeface="Calibri" panose="020F0502020204030204" pitchFamily="34" charset="0"/>
              </a:rPr>
              <a:t>1 Day</a:t>
            </a:r>
            <a:endParaRPr lang="en-US" sz="2400">
              <a:solidFill>
                <a:schemeClr val="bg1"/>
              </a:solidFill>
              <a:latin typeface="+mj-lt"/>
              <a:ea typeface="Gadugi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30E4E0-4E2B-C708-8256-594A075F1F10}"/>
              </a:ext>
            </a:extLst>
          </p:cNvPr>
          <p:cNvSpPr/>
          <p:nvPr/>
        </p:nvSpPr>
        <p:spPr>
          <a:xfrm>
            <a:off x="3104871" y="1518957"/>
            <a:ext cx="1523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  <a:ea typeface="Gadugi" panose="020B0502040204020203" pitchFamily="34" charset="0"/>
                <a:cs typeface="Calibri" panose="020F0502020204030204" pitchFamily="34" charset="0"/>
              </a:rPr>
              <a:t>10 Days</a:t>
            </a:r>
            <a:endParaRPr lang="en-US" sz="2400">
              <a:solidFill>
                <a:schemeClr val="bg1"/>
              </a:solidFill>
              <a:latin typeface="+mj-lt"/>
              <a:ea typeface="Gadugi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ABD2A5-9BE0-9E71-919C-A65FC3DC4414}"/>
              </a:ext>
            </a:extLst>
          </p:cNvPr>
          <p:cNvSpPr/>
          <p:nvPr/>
        </p:nvSpPr>
        <p:spPr>
          <a:xfrm>
            <a:off x="5340999" y="1518957"/>
            <a:ext cx="1540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  <a:ea typeface="Gadugi" panose="020B0502040204020203" pitchFamily="34" charset="0"/>
                <a:cs typeface="Calibri" panose="020F0502020204030204" pitchFamily="34" charset="0"/>
              </a:rPr>
              <a:t>30 Days </a:t>
            </a:r>
            <a:endParaRPr lang="en-US" sz="2400">
              <a:solidFill>
                <a:schemeClr val="bg1"/>
              </a:solidFill>
              <a:latin typeface="+mj-lt"/>
              <a:ea typeface="Gadugi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32" name="Rounded Rectangle 52">
            <a:extLst>
              <a:ext uri="{FF2B5EF4-FFF2-40B4-BE49-F238E27FC236}">
                <a16:creationId xmlns:a16="http://schemas.microsoft.com/office/drawing/2014/main" id="{0F64CFC6-FBAB-B6A9-07A7-98D9F3ACDAD5}"/>
              </a:ext>
            </a:extLst>
          </p:cNvPr>
          <p:cNvSpPr/>
          <p:nvPr/>
        </p:nvSpPr>
        <p:spPr>
          <a:xfrm>
            <a:off x="7404969" y="1458093"/>
            <a:ext cx="1896866" cy="2200520"/>
          </a:xfrm>
          <a:prstGeom prst="roundRect">
            <a:avLst>
              <a:gd name="adj" fmla="val 6773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  <a:effectLst>
            <a:outerShdw blurRad="101600" dist="1143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A26370-29F9-EB23-B861-394BAD910E58}"/>
              </a:ext>
            </a:extLst>
          </p:cNvPr>
          <p:cNvSpPr txBox="1"/>
          <p:nvPr/>
        </p:nvSpPr>
        <p:spPr>
          <a:xfrm>
            <a:off x="7786620" y="2629890"/>
            <a:ext cx="1515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Unlimited Data*</a:t>
            </a:r>
          </a:p>
          <a:p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(2 GB high-speed)</a:t>
            </a:r>
          </a:p>
          <a:p>
            <a:endParaRPr lang="en-US" sz="1400">
              <a:solidFill>
                <a:schemeClr val="accent4">
                  <a:lumMod val="7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900 mins</a:t>
            </a:r>
          </a:p>
        </p:txBody>
      </p:sp>
      <p:sp>
        <p:nvSpPr>
          <p:cNvPr id="37" name="Rounded Rectangle 57">
            <a:extLst>
              <a:ext uri="{FF2B5EF4-FFF2-40B4-BE49-F238E27FC236}">
                <a16:creationId xmlns:a16="http://schemas.microsoft.com/office/drawing/2014/main" id="{446F087F-0200-2873-C558-4EBE4AB657B2}"/>
              </a:ext>
            </a:extLst>
          </p:cNvPr>
          <p:cNvSpPr/>
          <p:nvPr/>
        </p:nvSpPr>
        <p:spPr>
          <a:xfrm>
            <a:off x="7487412" y="1534096"/>
            <a:ext cx="1728022" cy="4831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1DF3B6-4654-CAF5-4751-B610A319B6C0}"/>
              </a:ext>
            </a:extLst>
          </p:cNvPr>
          <p:cNvSpPr/>
          <p:nvPr/>
        </p:nvSpPr>
        <p:spPr>
          <a:xfrm>
            <a:off x="7404968" y="2085563"/>
            <a:ext cx="18968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+mj-lt"/>
                <a:cs typeface="Calibri" panose="020F0502020204030204" pitchFamily="34" charset="0"/>
              </a:rPr>
              <a:t>₹</a:t>
            </a:r>
            <a:r>
              <a:rPr lang="en-US" sz="2400">
                <a:latin typeface="+mj-lt"/>
                <a:cs typeface="Calibri" panose="020F0502020204030204" pitchFamily="34" charset="0"/>
              </a:rPr>
              <a:t> 5999 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0601B5-8B5A-DD76-89C5-EEC5C21B1D98}"/>
              </a:ext>
            </a:extLst>
          </p:cNvPr>
          <p:cNvSpPr/>
          <p:nvPr/>
        </p:nvSpPr>
        <p:spPr>
          <a:xfrm>
            <a:off x="7613080" y="1527507"/>
            <a:ext cx="1508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  <a:ea typeface="Gadugi" panose="020B0502040204020203" pitchFamily="34" charset="0"/>
                <a:cs typeface="Calibri" panose="020F0502020204030204" pitchFamily="34" charset="0"/>
              </a:rPr>
              <a:t>90 Days </a:t>
            </a:r>
            <a:endParaRPr lang="en-US" sz="2400">
              <a:solidFill>
                <a:schemeClr val="bg1"/>
              </a:solidFill>
              <a:latin typeface="+mj-lt"/>
              <a:ea typeface="Gadugi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40" name="Rounded Rectangle 60">
            <a:extLst>
              <a:ext uri="{FF2B5EF4-FFF2-40B4-BE49-F238E27FC236}">
                <a16:creationId xmlns:a16="http://schemas.microsoft.com/office/drawing/2014/main" id="{05123416-A7A2-3BCA-519B-074E3AF56A30}"/>
              </a:ext>
            </a:extLst>
          </p:cNvPr>
          <p:cNvSpPr/>
          <p:nvPr/>
        </p:nvSpPr>
        <p:spPr>
          <a:xfrm>
            <a:off x="9652169" y="1449543"/>
            <a:ext cx="1896866" cy="2200520"/>
          </a:xfrm>
          <a:prstGeom prst="roundRect">
            <a:avLst>
              <a:gd name="adj" fmla="val 677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solidFill>
              <a:schemeClr val="tx2"/>
            </a:solidFill>
          </a:ln>
          <a:effectLst>
            <a:outerShdw blurRad="1016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CDB9DD-B0B1-4CF1-BC75-72970A5EA223}"/>
              </a:ext>
            </a:extLst>
          </p:cNvPr>
          <p:cNvSpPr txBox="1"/>
          <p:nvPr/>
        </p:nvSpPr>
        <p:spPr>
          <a:xfrm>
            <a:off x="10033820" y="2621340"/>
            <a:ext cx="1515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Unlimited Data*</a:t>
            </a:r>
          </a:p>
          <a:p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(15 GB high-speed)</a:t>
            </a:r>
          </a:p>
          <a:p>
            <a:endParaRPr lang="en-US" sz="1400">
              <a:solidFill>
                <a:schemeClr val="accent4">
                  <a:lumMod val="75000"/>
                </a:schemeClr>
              </a:solidFill>
              <a:latin typeface="+mj-lt"/>
              <a:cs typeface="Calibri" panose="020F0502020204030204" pitchFamily="34" charset="0"/>
            </a:endParaRPr>
          </a:p>
          <a:p>
            <a:r>
              <a:rPr lang="en-US" sz="1400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3000 </a:t>
            </a:r>
            <a:r>
              <a:rPr lang="en-US" sz="1400" err="1">
                <a:solidFill>
                  <a:schemeClr val="accent4">
                    <a:lumMod val="75000"/>
                  </a:schemeClr>
                </a:solidFill>
                <a:latin typeface="+mj-lt"/>
                <a:cs typeface="Calibri" panose="020F0502020204030204" pitchFamily="34" charset="0"/>
              </a:rPr>
              <a:t>mins</a:t>
            </a:r>
            <a:endParaRPr lang="en-US" sz="1400">
              <a:solidFill>
                <a:schemeClr val="accent4">
                  <a:lumMod val="75000"/>
                </a:schemeClr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45" name="Rounded Rectangle 65">
            <a:extLst>
              <a:ext uri="{FF2B5EF4-FFF2-40B4-BE49-F238E27FC236}">
                <a16:creationId xmlns:a16="http://schemas.microsoft.com/office/drawing/2014/main" id="{8F657E40-8E6E-CC80-551D-7E89891DFC18}"/>
              </a:ext>
            </a:extLst>
          </p:cNvPr>
          <p:cNvSpPr/>
          <p:nvPr/>
        </p:nvSpPr>
        <p:spPr>
          <a:xfrm>
            <a:off x="9734612" y="1525546"/>
            <a:ext cx="1728022" cy="4831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F910B4-353E-5AA8-3A26-5CEE7D0C063F}"/>
              </a:ext>
            </a:extLst>
          </p:cNvPr>
          <p:cNvSpPr/>
          <p:nvPr/>
        </p:nvSpPr>
        <p:spPr>
          <a:xfrm>
            <a:off x="9652168" y="2077013"/>
            <a:ext cx="18968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+mj-lt"/>
                <a:cs typeface="Calibri" panose="020F0502020204030204" pitchFamily="34" charset="0"/>
              </a:rPr>
              <a:t>₹</a:t>
            </a:r>
            <a:r>
              <a:rPr lang="en-US" sz="2400">
                <a:latin typeface="+mj-lt"/>
                <a:cs typeface="Calibri" panose="020F0502020204030204" pitchFamily="34" charset="0"/>
              </a:rPr>
              <a:t> 14999 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79A19E-A163-B398-9FBE-705BEBB62330}"/>
              </a:ext>
            </a:extLst>
          </p:cNvPr>
          <p:cNvSpPr/>
          <p:nvPr/>
        </p:nvSpPr>
        <p:spPr>
          <a:xfrm>
            <a:off x="9860280" y="1518957"/>
            <a:ext cx="1508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  <a:ea typeface="Gadugi" panose="020B0502040204020203" pitchFamily="34" charset="0"/>
                <a:cs typeface="Calibri" panose="020F0502020204030204" pitchFamily="34" charset="0"/>
              </a:rPr>
              <a:t>365 Days </a:t>
            </a:r>
            <a:endParaRPr lang="en-US" sz="2400">
              <a:solidFill>
                <a:schemeClr val="bg1"/>
              </a:solidFill>
              <a:latin typeface="+mj-lt"/>
              <a:ea typeface="Gadugi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2778A7-2263-AAF5-6F10-04180410B1C2}"/>
              </a:ext>
            </a:extLst>
          </p:cNvPr>
          <p:cNvSpPr/>
          <p:nvPr/>
        </p:nvSpPr>
        <p:spPr>
          <a:xfrm>
            <a:off x="242212" y="5313571"/>
            <a:ext cx="11751691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ea typeface="+mn-lt"/>
                <a:cs typeface="+mn-lt"/>
              </a:rPr>
              <a:t>Differential benefits apply in Africa, Maldives and Caribbean Islands, visit Airtel.in/</a:t>
            </a:r>
            <a:r>
              <a:rPr lang="en-US" sz="1400" err="1">
                <a:ea typeface="+mn-lt"/>
                <a:cs typeface="+mn-lt"/>
              </a:rPr>
              <a:t>ir</a:t>
            </a:r>
            <a:r>
              <a:rPr lang="en-US" sz="1400">
                <a:ea typeface="+mn-lt"/>
                <a:cs typeface="+mn-lt"/>
              </a:rPr>
              <a:t> for details</a:t>
            </a:r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98FC272-4089-61B9-8AA8-E09097BA4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16" y="2659185"/>
            <a:ext cx="307431" cy="30743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0BA2E39-1A06-F48B-A671-07441AE2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67" y="3207817"/>
            <a:ext cx="279483" cy="27948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22A5770-53ED-2526-497E-4DFBB048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829" y="2659185"/>
            <a:ext cx="307431" cy="30743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70C48A3-4CEE-9A9D-49A2-14E23B287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780" y="3207817"/>
            <a:ext cx="279483" cy="27948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C3EF37-81FB-626A-BFA3-4A758BD7A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524" y="2659185"/>
            <a:ext cx="307431" cy="30743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3A5DC16-A4C0-542D-8F22-4B9686010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475" y="3207817"/>
            <a:ext cx="279483" cy="27948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8E2B647-0889-204F-870A-6736521D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186" y="2659185"/>
            <a:ext cx="307431" cy="30743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CC3E0E0-AA5F-CAC7-07E0-3FC27A598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137" y="3207817"/>
            <a:ext cx="279483" cy="27948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8DCB9AE-8D91-1C1B-A49B-2FFBBE8C3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269" y="2659185"/>
            <a:ext cx="307431" cy="3074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24B216F-E8B2-CF8A-2BCD-2CE6900D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220" y="3207817"/>
            <a:ext cx="279483" cy="27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1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10" grpId="0"/>
      <p:bldP spid="13" grpId="0" animBg="1"/>
      <p:bldP spid="15" grpId="0"/>
      <p:bldP spid="18" grpId="0" animBg="1"/>
      <p:bldP spid="20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4" grpId="0"/>
      <p:bldP spid="37" grpId="0" animBg="1"/>
      <p:bldP spid="38" grpId="0"/>
      <p:bldP spid="39" grpId="0"/>
      <p:bldP spid="40" grpId="0" animBg="1"/>
      <p:bldP spid="42" grpId="0"/>
      <p:bldP spid="45" grpId="0" animBg="1"/>
      <p:bldP spid="46" grpId="0"/>
      <p:bldP spid="47" grpId="0"/>
      <p:bldP spid="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7179">
            <a:extLst>
              <a:ext uri="{FF2B5EF4-FFF2-40B4-BE49-F238E27FC236}">
                <a16:creationId xmlns:a16="http://schemas.microsoft.com/office/drawing/2014/main" id="{3BF9C00D-8427-3745-AAE1-E876B72CBE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20435" b="17665"/>
          <a:stretch/>
        </p:blipFill>
        <p:spPr>
          <a:xfrm>
            <a:off x="0" y="1193562"/>
            <a:ext cx="12192000" cy="5609370"/>
          </a:xfrm>
          <a:prstGeom prst="rect">
            <a:avLst/>
          </a:prstGeom>
        </p:spPr>
      </p:pic>
      <p:sp>
        <p:nvSpPr>
          <p:cNvPr id="49" name="Rounded Rectangle 46">
            <a:extLst>
              <a:ext uri="{FF2B5EF4-FFF2-40B4-BE49-F238E27FC236}">
                <a16:creationId xmlns:a16="http://schemas.microsoft.com/office/drawing/2014/main" id="{E75E0AFC-C80B-394A-EB8F-83E678A4A096}"/>
              </a:ext>
            </a:extLst>
          </p:cNvPr>
          <p:cNvSpPr/>
          <p:nvPr/>
        </p:nvSpPr>
        <p:spPr>
          <a:xfrm>
            <a:off x="8686651" y="1606677"/>
            <a:ext cx="2925431" cy="4731978"/>
          </a:xfrm>
          <a:prstGeom prst="roundRect">
            <a:avLst>
              <a:gd name="adj" fmla="val 3324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1" y="365127"/>
            <a:ext cx="9950012" cy="419931"/>
          </a:xfrm>
        </p:spPr>
        <p:txBody>
          <a:bodyPr/>
          <a:lstStyle/>
          <a:p>
            <a:r>
              <a:rPr lang="en-US"/>
              <a:t>Want To Stay Connected On Personal Trip Abroad?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17B09-3A9F-E8F7-594E-E0CFBD01E9B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401" y="945435"/>
            <a:ext cx="11396989" cy="417795"/>
          </a:xfrm>
        </p:spPr>
        <p:txBody>
          <a:bodyPr/>
          <a:lstStyle/>
          <a:p>
            <a:r>
              <a:rPr lang="en-US"/>
              <a:t>Pre-Payment Option For IR Pack on Corporate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F0A7455C-EB53-A6D6-E270-DD41FFF35680}"/>
              </a:ext>
            </a:extLst>
          </p:cNvPr>
          <p:cNvSpPr/>
          <p:nvPr/>
        </p:nvSpPr>
        <p:spPr>
          <a:xfrm>
            <a:off x="397401" y="1658963"/>
            <a:ext cx="7147473" cy="491319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Pre-Paid IR Packs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7DD4D2-3F3E-A0D0-73D6-B1804C16C2FF}"/>
              </a:ext>
            </a:extLst>
          </p:cNvPr>
          <p:cNvCxnSpPr/>
          <p:nvPr/>
        </p:nvCxnSpPr>
        <p:spPr>
          <a:xfrm flipH="1">
            <a:off x="2866029" y="2234075"/>
            <a:ext cx="1528550" cy="4718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FB1049-8F73-96D1-C8F5-AA6921361B89}"/>
              </a:ext>
            </a:extLst>
          </p:cNvPr>
          <p:cNvCxnSpPr/>
          <p:nvPr/>
        </p:nvCxnSpPr>
        <p:spPr>
          <a:xfrm>
            <a:off x="4394579" y="2232544"/>
            <a:ext cx="1733266" cy="4718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inflight entertainment Icon - Free PNG &amp; SVG 2492140 - Noun Project">
            <a:extLst>
              <a:ext uri="{FF2B5EF4-FFF2-40B4-BE49-F238E27FC236}">
                <a16:creationId xmlns:a16="http://schemas.microsoft.com/office/drawing/2014/main" id="{16C782A9-A4BE-563E-4A18-78646EF87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69" y="2586268"/>
            <a:ext cx="804356" cy="80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Package Bundle Icons - Free SVG &amp; PNG Package Bundle Images - Noun Project">
            <a:extLst>
              <a:ext uri="{FF2B5EF4-FFF2-40B4-BE49-F238E27FC236}">
                <a16:creationId xmlns:a16="http://schemas.microsoft.com/office/drawing/2014/main" id="{1C6E9D3A-2539-3AC9-3382-E3BFB0EA3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273" y="2739325"/>
            <a:ext cx="552934" cy="51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4BDE12F5-51A7-6F24-FE18-F76E15800CD8}"/>
              </a:ext>
            </a:extLst>
          </p:cNvPr>
          <p:cNvSpPr/>
          <p:nvPr/>
        </p:nvSpPr>
        <p:spPr>
          <a:xfrm>
            <a:off x="1244220" y="3447664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500MB, 100 Mins, 10 SMS, </a:t>
            </a:r>
          </a:p>
          <a:p>
            <a:pPr algn="ctr"/>
            <a:r>
              <a:rPr lang="en-US" sz="1000" b="1">
                <a:solidFill>
                  <a:schemeClr val="tx1"/>
                </a:solidFill>
              </a:rPr>
              <a:t>1 Day Validity</a:t>
            </a:r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85DA1519-D627-50E5-845F-463299600CA3}"/>
              </a:ext>
            </a:extLst>
          </p:cNvPr>
          <p:cNvSpPr/>
          <p:nvPr/>
        </p:nvSpPr>
        <p:spPr>
          <a:xfrm>
            <a:off x="1244220" y="4116470"/>
            <a:ext cx="2939343" cy="524014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5GB, 1000 Mins, 20 SMS, </a:t>
            </a:r>
          </a:p>
          <a:p>
            <a:pPr algn="ctr"/>
            <a:r>
              <a:rPr lang="en-US" sz="1000" b="1">
                <a:solidFill>
                  <a:schemeClr val="tx1"/>
                </a:solidFill>
              </a:rPr>
              <a:t>10 Days Validity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E3126840-75DF-74AB-381A-B366AAC798FC}"/>
              </a:ext>
            </a:extLst>
          </p:cNvPr>
          <p:cNvSpPr/>
          <p:nvPr/>
        </p:nvSpPr>
        <p:spPr>
          <a:xfrm>
            <a:off x="1244220" y="4746108"/>
            <a:ext cx="2939343" cy="537788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12GB, 3000 Mins, 20 SMS, </a:t>
            </a:r>
          </a:p>
          <a:p>
            <a:pPr algn="ctr"/>
            <a:r>
              <a:rPr lang="en-US" sz="1000" b="1">
                <a:solidFill>
                  <a:schemeClr val="tx1"/>
                </a:solidFill>
              </a:rPr>
              <a:t>30 Days Validity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0EE3350-52CA-B75F-4D83-4758E58C4B3D}"/>
              </a:ext>
            </a:extLst>
          </p:cNvPr>
          <p:cNvSpPr/>
          <p:nvPr/>
        </p:nvSpPr>
        <p:spPr>
          <a:xfrm>
            <a:off x="5604542" y="3440841"/>
            <a:ext cx="1940334" cy="534338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1 GB Data, </a:t>
            </a:r>
          </a:p>
          <a:p>
            <a:pPr algn="ctr"/>
            <a:r>
              <a:rPr lang="en-US" sz="1000" b="1">
                <a:solidFill>
                  <a:schemeClr val="tx1"/>
                </a:solidFill>
              </a:rPr>
              <a:t>5 Days Validity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5114E3B4-7FE5-E7B5-1DD1-9C5EF07B1EAD}"/>
              </a:ext>
            </a:extLst>
          </p:cNvPr>
          <p:cNvSpPr/>
          <p:nvPr/>
        </p:nvSpPr>
        <p:spPr>
          <a:xfrm>
            <a:off x="5604542" y="4105276"/>
            <a:ext cx="1940334" cy="534338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100 </a:t>
            </a:r>
            <a:r>
              <a:rPr lang="en-US" sz="1000" b="1" err="1">
                <a:solidFill>
                  <a:schemeClr val="tx1"/>
                </a:solidFill>
              </a:rPr>
              <a:t>Mins</a:t>
            </a:r>
            <a:r>
              <a:rPr lang="en-US" sz="1000" b="1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000" b="1">
                <a:solidFill>
                  <a:schemeClr val="tx1"/>
                </a:solidFill>
              </a:rPr>
              <a:t> 5 Days Validity</a:t>
            </a:r>
          </a:p>
        </p:txBody>
      </p:sp>
      <p:sp>
        <p:nvSpPr>
          <p:cNvPr id="18" name="Pentagon 18">
            <a:extLst>
              <a:ext uri="{FF2B5EF4-FFF2-40B4-BE49-F238E27FC236}">
                <a16:creationId xmlns:a16="http://schemas.microsoft.com/office/drawing/2014/main" id="{87AD552F-8E79-0E52-7DAD-CBB732FCF4A7}"/>
              </a:ext>
            </a:extLst>
          </p:cNvPr>
          <p:cNvSpPr/>
          <p:nvPr/>
        </p:nvSpPr>
        <p:spPr>
          <a:xfrm>
            <a:off x="8367734" y="1554058"/>
            <a:ext cx="232012" cy="4784597"/>
          </a:xfrm>
          <a:prstGeom prst="homePlate">
            <a:avLst>
              <a:gd name="adj" fmla="val 992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337BB3-CCCF-0F1A-4E95-15ABF1CE5374}"/>
              </a:ext>
            </a:extLst>
          </p:cNvPr>
          <p:cNvGrpSpPr/>
          <p:nvPr/>
        </p:nvGrpSpPr>
        <p:grpSpPr>
          <a:xfrm>
            <a:off x="8918882" y="1849838"/>
            <a:ext cx="2554014" cy="4234283"/>
            <a:chOff x="8918882" y="2454333"/>
            <a:chExt cx="2554014" cy="4234283"/>
          </a:xfrm>
        </p:grpSpPr>
        <p:pic>
          <p:nvPicPr>
            <p:cNvPr id="19" name="Picture 6" descr="Key features - Free security icons">
              <a:extLst>
                <a:ext uri="{FF2B5EF4-FFF2-40B4-BE49-F238E27FC236}">
                  <a16:creationId xmlns:a16="http://schemas.microsoft.com/office/drawing/2014/main" id="{A3526849-0980-56FC-6C98-44B9E75156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8882" y="2454333"/>
              <a:ext cx="484977" cy="484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C17604-3987-0DD6-CADE-FD030BC269BA}"/>
                </a:ext>
              </a:extLst>
            </p:cNvPr>
            <p:cNvSpPr txBox="1"/>
            <p:nvPr/>
          </p:nvSpPr>
          <p:spPr>
            <a:xfrm>
              <a:off x="9454782" y="2506296"/>
              <a:ext cx="19377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>
                  <a:solidFill>
                    <a:schemeClr val="accent2"/>
                  </a:solidFill>
                </a:rPr>
                <a:t>Key features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021BAA-792C-0E63-C0C0-87850D38BE5D}"/>
                </a:ext>
              </a:extLst>
            </p:cNvPr>
            <p:cNvSpPr txBox="1"/>
            <p:nvPr/>
          </p:nvSpPr>
          <p:spPr>
            <a:xfrm>
              <a:off x="9015016" y="3118408"/>
              <a:ext cx="2457880" cy="357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Simplified Recharge process  via </a:t>
              </a:r>
              <a:r>
                <a:rPr lang="en-US" sz="1400" b="1"/>
                <a:t>Airtel Thanks App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600" b="1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/>
                <a:t>Upfront payment </a:t>
              </a:r>
              <a:r>
                <a:rPr lang="en-US" sz="1400"/>
                <a:t>by COCP user; no recurring on monthly bill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60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/>
                <a:t>Data and voice top-ups </a:t>
              </a:r>
              <a:r>
                <a:rPr lang="en-US" sz="1400"/>
                <a:t>as and when required while in roaming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60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Pack usage tracking via Thanks App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60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Coverage across </a:t>
              </a:r>
              <a:r>
                <a:rPr lang="en-US" sz="1400" b="1"/>
                <a:t>180+ countries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60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/>
                <a:t>24*7</a:t>
              </a:r>
              <a:r>
                <a:rPr lang="en-US" sz="1400"/>
                <a:t> Customer Support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A32934D-DFB7-15FB-C806-83C463FB5881}"/>
              </a:ext>
            </a:extLst>
          </p:cNvPr>
          <p:cNvSpPr/>
          <p:nvPr/>
        </p:nvSpPr>
        <p:spPr>
          <a:xfrm>
            <a:off x="307589" y="5573255"/>
            <a:ext cx="6393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>
                <a:solidFill>
                  <a:schemeClr val="accent2"/>
                </a:solidFill>
              </a:rPr>
              <a:t>Note:</a:t>
            </a:r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5A8BC0B5-820B-316C-D48A-9CADAC14548B}"/>
              </a:ext>
            </a:extLst>
          </p:cNvPr>
          <p:cNvSpPr/>
          <p:nvPr/>
        </p:nvSpPr>
        <p:spPr>
          <a:xfrm>
            <a:off x="943964" y="2788551"/>
            <a:ext cx="3239599" cy="491319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International Roaming Pack</a:t>
            </a:r>
          </a:p>
        </p:txBody>
      </p: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2D8B3D0A-0FCB-D0A0-17F0-A93F77AFD838}"/>
              </a:ext>
            </a:extLst>
          </p:cNvPr>
          <p:cNvSpPr/>
          <p:nvPr/>
        </p:nvSpPr>
        <p:spPr>
          <a:xfrm>
            <a:off x="4763481" y="2792172"/>
            <a:ext cx="2781393" cy="491319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IR Data/Voice Add-Ons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52200F-E7A9-A28E-8419-32F44E99D4E7}"/>
              </a:ext>
            </a:extLst>
          </p:cNvPr>
          <p:cNvSpPr txBox="1"/>
          <p:nvPr/>
        </p:nvSpPr>
        <p:spPr>
          <a:xfrm>
            <a:off x="332044" y="5821035"/>
            <a:ext cx="7817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Wingdings" panose="05000000000000000000" pitchFamily="2" charset="2"/>
              <a:buChar char="ü"/>
            </a:pPr>
            <a:r>
              <a:rPr lang="en-US" sz="1200"/>
              <a:t>Minutes include IN + OG (Local + IN)</a:t>
            </a:r>
          </a:p>
          <a:p>
            <a:pPr marL="180975" indent="-180975">
              <a:buFont typeface="Wingdings" panose="05000000000000000000" pitchFamily="2" charset="2"/>
              <a:buChar char="ü"/>
            </a:pPr>
            <a:r>
              <a:rPr lang="en-US" sz="1200"/>
              <a:t>Prices mentioned above are excluding GST</a:t>
            </a:r>
          </a:p>
          <a:p>
            <a:pPr marL="180975" indent="-180975">
              <a:buFont typeface="Wingdings" panose="05000000000000000000" pitchFamily="2" charset="2"/>
              <a:buChar char="ü"/>
            </a:pPr>
            <a:r>
              <a:rPr lang="en-US" sz="1200"/>
              <a:t>Post consumption of data/voice/SMS benefits, further respective usages would be blocked</a:t>
            </a:r>
          </a:p>
        </p:txBody>
      </p:sp>
      <p:sp>
        <p:nvSpPr>
          <p:cNvPr id="26" name="Rounded Rectangle 31">
            <a:extLst>
              <a:ext uri="{FF2B5EF4-FFF2-40B4-BE49-F238E27FC236}">
                <a16:creationId xmlns:a16="http://schemas.microsoft.com/office/drawing/2014/main" id="{C7067D42-4ED4-129D-95EE-11BAD143EC1D}"/>
              </a:ext>
            </a:extLst>
          </p:cNvPr>
          <p:cNvSpPr/>
          <p:nvPr/>
        </p:nvSpPr>
        <p:spPr>
          <a:xfrm>
            <a:off x="397401" y="3512555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649</a:t>
            </a:r>
          </a:p>
        </p:txBody>
      </p:sp>
      <p:sp>
        <p:nvSpPr>
          <p:cNvPr id="27" name="Rounded Rectangle 32">
            <a:extLst>
              <a:ext uri="{FF2B5EF4-FFF2-40B4-BE49-F238E27FC236}">
                <a16:creationId xmlns:a16="http://schemas.microsoft.com/office/drawing/2014/main" id="{39CFE1D3-CABC-FD05-0F1E-00583523908F}"/>
              </a:ext>
            </a:extLst>
          </p:cNvPr>
          <p:cNvSpPr/>
          <p:nvPr/>
        </p:nvSpPr>
        <p:spPr>
          <a:xfrm>
            <a:off x="397401" y="4176184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2999</a:t>
            </a:r>
          </a:p>
        </p:txBody>
      </p:sp>
      <p:sp>
        <p:nvSpPr>
          <p:cNvPr id="28" name="Rounded Rectangle 33">
            <a:extLst>
              <a:ext uri="{FF2B5EF4-FFF2-40B4-BE49-F238E27FC236}">
                <a16:creationId xmlns:a16="http://schemas.microsoft.com/office/drawing/2014/main" id="{2F811F90-E18F-BE70-30D6-AD08ECB66927}"/>
              </a:ext>
            </a:extLst>
          </p:cNvPr>
          <p:cNvSpPr/>
          <p:nvPr/>
        </p:nvSpPr>
        <p:spPr>
          <a:xfrm>
            <a:off x="397401" y="4808963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3999</a:t>
            </a:r>
          </a:p>
        </p:txBody>
      </p:sp>
      <p:sp>
        <p:nvSpPr>
          <p:cNvPr id="29" name="Rounded Rectangle 34">
            <a:extLst>
              <a:ext uri="{FF2B5EF4-FFF2-40B4-BE49-F238E27FC236}">
                <a16:creationId xmlns:a16="http://schemas.microsoft.com/office/drawing/2014/main" id="{5B7A53E9-E600-EBF1-3288-B105D391F127}"/>
              </a:ext>
            </a:extLst>
          </p:cNvPr>
          <p:cNvSpPr/>
          <p:nvPr/>
        </p:nvSpPr>
        <p:spPr>
          <a:xfrm>
            <a:off x="4763482" y="3512555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755</a:t>
            </a:r>
          </a:p>
        </p:txBody>
      </p:sp>
      <p:sp>
        <p:nvSpPr>
          <p:cNvPr id="30" name="Rounded Rectangle 37">
            <a:extLst>
              <a:ext uri="{FF2B5EF4-FFF2-40B4-BE49-F238E27FC236}">
                <a16:creationId xmlns:a16="http://schemas.microsoft.com/office/drawing/2014/main" id="{2CA69638-AEE0-CE77-3D4B-F1BA8C953D98}"/>
              </a:ext>
            </a:extLst>
          </p:cNvPr>
          <p:cNvSpPr/>
          <p:nvPr/>
        </p:nvSpPr>
        <p:spPr>
          <a:xfrm>
            <a:off x="4763482" y="4176184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756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2F5820-C17D-239A-8C41-B405448B210B}"/>
              </a:ext>
            </a:extLst>
          </p:cNvPr>
          <p:cNvCxnSpPr>
            <a:cxnSpLocks/>
          </p:cNvCxnSpPr>
          <p:nvPr/>
        </p:nvCxnSpPr>
        <p:spPr>
          <a:xfrm>
            <a:off x="9099109" y="2406206"/>
            <a:ext cx="2100515" cy="0"/>
          </a:xfrm>
          <a:prstGeom prst="line">
            <a:avLst/>
          </a:prstGeom>
          <a:ln w="2857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00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7179">
            <a:extLst>
              <a:ext uri="{FF2B5EF4-FFF2-40B4-BE49-F238E27FC236}">
                <a16:creationId xmlns:a16="http://schemas.microsoft.com/office/drawing/2014/main" id="{758AB5B4-EBCE-B755-E3B8-A58EA5A0CA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20435" b="17665"/>
          <a:stretch/>
        </p:blipFill>
        <p:spPr>
          <a:xfrm>
            <a:off x="0" y="1248630"/>
            <a:ext cx="12192000" cy="5609370"/>
          </a:xfrm>
          <a:prstGeom prst="rect">
            <a:avLst/>
          </a:prstGeom>
        </p:spPr>
      </p:pic>
      <p:sp>
        <p:nvSpPr>
          <p:cNvPr id="5" name="Rounded Rectangle 46">
            <a:extLst>
              <a:ext uri="{FF2B5EF4-FFF2-40B4-BE49-F238E27FC236}">
                <a16:creationId xmlns:a16="http://schemas.microsoft.com/office/drawing/2014/main" id="{E47E2527-0B6A-3386-C0A0-8C14B76BC908}"/>
              </a:ext>
            </a:extLst>
          </p:cNvPr>
          <p:cNvSpPr/>
          <p:nvPr/>
        </p:nvSpPr>
        <p:spPr>
          <a:xfrm>
            <a:off x="8822477" y="1288405"/>
            <a:ext cx="2925431" cy="4325949"/>
          </a:xfrm>
          <a:prstGeom prst="roundRect">
            <a:avLst>
              <a:gd name="adj" fmla="val 3324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Pentagon 18">
            <a:extLst>
              <a:ext uri="{FF2B5EF4-FFF2-40B4-BE49-F238E27FC236}">
                <a16:creationId xmlns:a16="http://schemas.microsoft.com/office/drawing/2014/main" id="{13009E53-5F71-F36E-B26A-A9D49689DA11}"/>
              </a:ext>
            </a:extLst>
          </p:cNvPr>
          <p:cNvSpPr/>
          <p:nvPr/>
        </p:nvSpPr>
        <p:spPr>
          <a:xfrm>
            <a:off x="8367734" y="1295400"/>
            <a:ext cx="232012" cy="5323764"/>
          </a:xfrm>
          <a:prstGeom prst="homePlate">
            <a:avLst>
              <a:gd name="adj" fmla="val 992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5927BB2-B3CB-C02E-9C27-66B4D69491C5}"/>
              </a:ext>
            </a:extLst>
          </p:cNvPr>
          <p:cNvGrpSpPr/>
          <p:nvPr/>
        </p:nvGrpSpPr>
        <p:grpSpPr>
          <a:xfrm>
            <a:off x="9054708" y="1493466"/>
            <a:ext cx="2554014" cy="3988062"/>
            <a:chOff x="8918882" y="2454333"/>
            <a:chExt cx="2554014" cy="3988062"/>
          </a:xfrm>
        </p:grpSpPr>
        <p:pic>
          <p:nvPicPr>
            <p:cNvPr id="36" name="Picture 6" descr="Key features - Free security icons">
              <a:extLst>
                <a:ext uri="{FF2B5EF4-FFF2-40B4-BE49-F238E27FC236}">
                  <a16:creationId xmlns:a16="http://schemas.microsoft.com/office/drawing/2014/main" id="{19BADB98-6325-F8DB-81B6-B15A0FEC5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8882" y="2454333"/>
              <a:ext cx="484977" cy="484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EB9C75-5FB1-4D2D-B178-FFC75A19EDF4}"/>
                </a:ext>
              </a:extLst>
            </p:cNvPr>
            <p:cNvSpPr txBox="1"/>
            <p:nvPr/>
          </p:nvSpPr>
          <p:spPr>
            <a:xfrm>
              <a:off x="9454782" y="2506296"/>
              <a:ext cx="19377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>
                  <a:solidFill>
                    <a:schemeClr val="accent2"/>
                  </a:solidFill>
                </a:rPr>
                <a:t>Key features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A4D04F-A68E-A114-86AB-B7F5D79D5DD6}"/>
                </a:ext>
              </a:extLst>
            </p:cNvPr>
            <p:cNvSpPr txBox="1"/>
            <p:nvPr/>
          </p:nvSpPr>
          <p:spPr>
            <a:xfrm>
              <a:off x="9015016" y="3118408"/>
              <a:ext cx="2457880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Applicable on selected 19 international airlines &amp; selected Fleets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Free incoming SMS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Validity of 24 hours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Applicable for interconnecting flights within validity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No incoming calls, </a:t>
              </a:r>
              <a:br>
                <a:rPr lang="en-US" sz="1400"/>
              </a:br>
              <a:r>
                <a:rPr lang="en-US" sz="1400"/>
                <a:t>only outgoing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Data is on 3G </a:t>
              </a:r>
            </a:p>
            <a:p>
              <a:endParaRPr lang="en-US" sz="1400"/>
            </a:p>
            <a:p>
              <a:r>
                <a:rPr lang="en-US" sz="1400" b="1"/>
                <a:t>For bundled benefits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/>
                <a:t>Includes 195 rental benefits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8B5099-E784-0761-9F97-7F008E914EAC}"/>
              </a:ext>
            </a:extLst>
          </p:cNvPr>
          <p:cNvCxnSpPr>
            <a:cxnSpLocks/>
          </p:cNvCxnSpPr>
          <p:nvPr/>
        </p:nvCxnSpPr>
        <p:spPr>
          <a:xfrm>
            <a:off x="9234935" y="2049834"/>
            <a:ext cx="2100515" cy="0"/>
          </a:xfrm>
          <a:prstGeom prst="line">
            <a:avLst/>
          </a:prstGeom>
          <a:ln w="2857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Stay Connected, Even In the Skies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F10A9-7612-4473-D2CE-08AF97BE4F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/>
              <a:t>Airtel In-Flight Roaming Packs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24</a:t>
            </a:fld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370AFE-D92C-23B9-F46E-FDE35CF55C33}"/>
              </a:ext>
            </a:extLst>
          </p:cNvPr>
          <p:cNvCxnSpPr/>
          <p:nvPr/>
        </p:nvCxnSpPr>
        <p:spPr>
          <a:xfrm flipH="1">
            <a:off x="2588831" y="1940488"/>
            <a:ext cx="1528550" cy="4718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A74432-92B9-C9A9-BDF7-2A793228561B}"/>
              </a:ext>
            </a:extLst>
          </p:cNvPr>
          <p:cNvCxnSpPr/>
          <p:nvPr/>
        </p:nvCxnSpPr>
        <p:spPr>
          <a:xfrm>
            <a:off x="4117381" y="1940488"/>
            <a:ext cx="1733266" cy="4718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D09A7-88A7-7E2B-BF50-4986EB8D0401}"/>
              </a:ext>
            </a:extLst>
          </p:cNvPr>
          <p:cNvSpPr/>
          <p:nvPr/>
        </p:nvSpPr>
        <p:spPr>
          <a:xfrm>
            <a:off x="388447" y="5807120"/>
            <a:ext cx="7736469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+mj-lt"/>
              </a:rPr>
              <a:t>A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er Lingus,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A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siana Airlines, </a:t>
            </a:r>
            <a:r>
              <a:rPr lang="en-US" sz="1200" b="1" err="1">
                <a:solidFill>
                  <a:srgbClr val="000000"/>
                </a:solidFill>
                <a:latin typeface="+mj-lt"/>
              </a:rPr>
              <a:t>B</a:t>
            </a:r>
            <a:r>
              <a:rPr lang="en-US" sz="1200" err="1">
                <a:solidFill>
                  <a:srgbClr val="000000"/>
                </a:solidFill>
                <a:latin typeface="+mj-lt"/>
              </a:rPr>
              <a:t>iman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 Bangladesh Airlines,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C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athay Pacific, </a:t>
            </a:r>
            <a:r>
              <a:rPr lang="en-US" sz="1200" b="1" err="1">
                <a:solidFill>
                  <a:srgbClr val="000000"/>
                </a:solidFill>
                <a:latin typeface="+mj-lt"/>
              </a:rPr>
              <a:t>E</a:t>
            </a:r>
            <a:r>
              <a:rPr lang="en-US" sz="1200" err="1">
                <a:solidFill>
                  <a:srgbClr val="000000"/>
                </a:solidFill>
                <a:latin typeface="+mj-lt"/>
              </a:rPr>
              <a:t>gyptair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E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mirates,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E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tihad Airways,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E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va Air,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K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uwait Airways,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L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ufthansa,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M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alaysia Airlines,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S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AS Scandinavian Airlines,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S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ingapore Airlines,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S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wiss,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T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ap Air Portugal,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T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urkish Airlines,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U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zbekistan Airways,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A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ir Belgium, </a:t>
            </a:r>
            <a:r>
              <a:rPr lang="en-US" sz="1200" b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200">
                <a:solidFill>
                  <a:srgbClr val="000000"/>
                </a:solidFill>
                <a:latin typeface="+mj-lt"/>
              </a:rPr>
              <a:t>TA Airways.</a:t>
            </a:r>
            <a:endParaRPr lang="en-US" sz="120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947C1C-0BD2-7B6D-61B0-766B336B4C66}"/>
              </a:ext>
            </a:extLst>
          </p:cNvPr>
          <p:cNvSpPr/>
          <p:nvPr/>
        </p:nvSpPr>
        <p:spPr>
          <a:xfrm>
            <a:off x="397401" y="5525638"/>
            <a:ext cx="7736469" cy="292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300" b="1">
                <a:solidFill>
                  <a:schemeClr val="bg1"/>
                </a:solidFill>
                <a:latin typeface="+mj-lt"/>
              </a:rPr>
              <a:t>INCLUDED AIRLINES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FB0729-40D4-E7EA-746A-D1C0448C7DCD}"/>
              </a:ext>
            </a:extLst>
          </p:cNvPr>
          <p:cNvSpPr txBox="1"/>
          <p:nvPr/>
        </p:nvSpPr>
        <p:spPr>
          <a:xfrm>
            <a:off x="8822477" y="5818026"/>
            <a:ext cx="2925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sz="1200">
                <a:latin typeface="+mj-lt"/>
                <a:cs typeface="Calibri" panose="020F0502020204030204" pitchFamily="34" charset="0"/>
              </a:rPr>
              <a:t>Covered flights and fleet annexure mentioned on last slide.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sz="1200">
                <a:latin typeface="+mj-lt"/>
                <a:cs typeface="Calibri" panose="020F0502020204030204" pitchFamily="34" charset="0"/>
              </a:rPr>
              <a:t>In-flight validity of 24hrs starts from the time of pack activation</a:t>
            </a:r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577AC9A7-4F13-10B0-7F59-B5B909737F15}"/>
              </a:ext>
            </a:extLst>
          </p:cNvPr>
          <p:cNvSpPr/>
          <p:nvPr/>
        </p:nvSpPr>
        <p:spPr>
          <a:xfrm>
            <a:off x="397401" y="1410343"/>
            <a:ext cx="7747602" cy="491319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In-flight Roaming Packs</a:t>
            </a:r>
          </a:p>
        </p:txBody>
      </p:sp>
      <p:pic>
        <p:nvPicPr>
          <p:cNvPr id="41" name="Picture 2" descr="inflight entertainment Icon - Free PNG &amp; SVG 2492140 - Noun Project">
            <a:extLst>
              <a:ext uri="{FF2B5EF4-FFF2-40B4-BE49-F238E27FC236}">
                <a16:creationId xmlns:a16="http://schemas.microsoft.com/office/drawing/2014/main" id="{ABBABED9-531C-5DD4-9E70-B59ED51C2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69" y="2290496"/>
            <a:ext cx="804356" cy="80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Package Bundle Icons - Free SVG &amp; PNG Package Bundle Images - Noun Project">
            <a:extLst>
              <a:ext uri="{FF2B5EF4-FFF2-40B4-BE49-F238E27FC236}">
                <a16:creationId xmlns:a16="http://schemas.microsoft.com/office/drawing/2014/main" id="{01BC150D-EC88-6DB2-402B-C08EC473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707" y="2557058"/>
            <a:ext cx="415427" cy="38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ounded Rectangle 11">
            <a:extLst>
              <a:ext uri="{FF2B5EF4-FFF2-40B4-BE49-F238E27FC236}">
                <a16:creationId xmlns:a16="http://schemas.microsoft.com/office/drawing/2014/main" id="{7290F7D9-587C-232A-16EF-5668C357E449}"/>
              </a:ext>
            </a:extLst>
          </p:cNvPr>
          <p:cNvSpPr/>
          <p:nvPr/>
        </p:nvSpPr>
        <p:spPr>
          <a:xfrm>
            <a:off x="1244220" y="3201876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250MB, 100 Mins, 100 SMS</a:t>
            </a:r>
          </a:p>
        </p:txBody>
      </p:sp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C48D0AB1-6AA9-737E-6899-582E2D818FF5}"/>
              </a:ext>
            </a:extLst>
          </p:cNvPr>
          <p:cNvSpPr/>
          <p:nvPr/>
        </p:nvSpPr>
        <p:spPr>
          <a:xfrm>
            <a:off x="943964" y="2492779"/>
            <a:ext cx="3239599" cy="491319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Standalone</a:t>
            </a:r>
          </a:p>
        </p:txBody>
      </p:sp>
      <p:sp>
        <p:nvSpPr>
          <p:cNvPr id="45" name="Rounded Rectangle 31">
            <a:extLst>
              <a:ext uri="{FF2B5EF4-FFF2-40B4-BE49-F238E27FC236}">
                <a16:creationId xmlns:a16="http://schemas.microsoft.com/office/drawing/2014/main" id="{734EF0F5-87EE-A697-0CC9-D175BE3FDF75}"/>
              </a:ext>
            </a:extLst>
          </p:cNvPr>
          <p:cNvSpPr/>
          <p:nvPr/>
        </p:nvSpPr>
        <p:spPr>
          <a:xfrm>
            <a:off x="397401" y="3266767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195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4384E8D4-641C-B20A-9B5E-F54F53AAF3F3}"/>
              </a:ext>
            </a:extLst>
          </p:cNvPr>
          <p:cNvSpPr/>
          <p:nvPr/>
        </p:nvSpPr>
        <p:spPr>
          <a:xfrm>
            <a:off x="4897219" y="2492779"/>
            <a:ext cx="3239599" cy="491319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GB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Bundled With Existing IR Packs</a:t>
            </a:r>
          </a:p>
        </p:txBody>
      </p:sp>
      <p:sp>
        <p:nvSpPr>
          <p:cNvPr id="49" name="Rounded Rectangle 11">
            <a:extLst>
              <a:ext uri="{FF2B5EF4-FFF2-40B4-BE49-F238E27FC236}">
                <a16:creationId xmlns:a16="http://schemas.microsoft.com/office/drawing/2014/main" id="{2761D8B8-7044-F5E7-9030-5A94E9F2DB1B}"/>
              </a:ext>
            </a:extLst>
          </p:cNvPr>
          <p:cNvSpPr/>
          <p:nvPr/>
        </p:nvSpPr>
        <p:spPr>
          <a:xfrm>
            <a:off x="5194527" y="3201876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250MB, 100 Mins, 100 SMS</a:t>
            </a:r>
          </a:p>
        </p:txBody>
      </p:sp>
      <p:sp>
        <p:nvSpPr>
          <p:cNvPr id="50" name="Rounded Rectangle 31">
            <a:extLst>
              <a:ext uri="{FF2B5EF4-FFF2-40B4-BE49-F238E27FC236}">
                <a16:creationId xmlns:a16="http://schemas.microsoft.com/office/drawing/2014/main" id="{7ADD1119-AE26-D5A7-15F0-CA95DD1B8AE5}"/>
              </a:ext>
            </a:extLst>
          </p:cNvPr>
          <p:cNvSpPr/>
          <p:nvPr/>
        </p:nvSpPr>
        <p:spPr>
          <a:xfrm>
            <a:off x="4347708" y="3266767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3999</a:t>
            </a:r>
          </a:p>
        </p:txBody>
      </p:sp>
      <p:sp>
        <p:nvSpPr>
          <p:cNvPr id="52" name="Rounded Rectangle 11">
            <a:extLst>
              <a:ext uri="{FF2B5EF4-FFF2-40B4-BE49-F238E27FC236}">
                <a16:creationId xmlns:a16="http://schemas.microsoft.com/office/drawing/2014/main" id="{4559A3D8-478E-1E46-88DA-A57A8C23A53A}"/>
              </a:ext>
            </a:extLst>
          </p:cNvPr>
          <p:cNvSpPr/>
          <p:nvPr/>
        </p:nvSpPr>
        <p:spPr>
          <a:xfrm>
            <a:off x="1244220" y="3868455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500MB, 100 Mins, 100 SMS</a:t>
            </a:r>
          </a:p>
        </p:txBody>
      </p:sp>
      <p:sp>
        <p:nvSpPr>
          <p:cNvPr id="53" name="Rounded Rectangle 31">
            <a:extLst>
              <a:ext uri="{FF2B5EF4-FFF2-40B4-BE49-F238E27FC236}">
                <a16:creationId xmlns:a16="http://schemas.microsoft.com/office/drawing/2014/main" id="{508D9B93-C21A-D0BC-3B44-C5BF4DB94011}"/>
              </a:ext>
            </a:extLst>
          </p:cNvPr>
          <p:cNvSpPr/>
          <p:nvPr/>
        </p:nvSpPr>
        <p:spPr>
          <a:xfrm>
            <a:off x="397401" y="3933346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295</a:t>
            </a:r>
          </a:p>
        </p:txBody>
      </p:sp>
      <p:sp>
        <p:nvSpPr>
          <p:cNvPr id="54" name="Rounded Rectangle 11">
            <a:extLst>
              <a:ext uri="{FF2B5EF4-FFF2-40B4-BE49-F238E27FC236}">
                <a16:creationId xmlns:a16="http://schemas.microsoft.com/office/drawing/2014/main" id="{04770408-CB77-4768-8F80-8AE419CBD398}"/>
              </a:ext>
            </a:extLst>
          </p:cNvPr>
          <p:cNvSpPr/>
          <p:nvPr/>
        </p:nvSpPr>
        <p:spPr>
          <a:xfrm>
            <a:off x="5194527" y="3868455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250MB, 100 Mins, 100 SMS</a:t>
            </a:r>
          </a:p>
        </p:txBody>
      </p:sp>
      <p:sp>
        <p:nvSpPr>
          <p:cNvPr id="55" name="Rounded Rectangle 31">
            <a:extLst>
              <a:ext uri="{FF2B5EF4-FFF2-40B4-BE49-F238E27FC236}">
                <a16:creationId xmlns:a16="http://schemas.microsoft.com/office/drawing/2014/main" id="{B7C2CA46-CF1B-89D0-021B-4DB699C73883}"/>
              </a:ext>
            </a:extLst>
          </p:cNvPr>
          <p:cNvSpPr/>
          <p:nvPr/>
        </p:nvSpPr>
        <p:spPr>
          <a:xfrm>
            <a:off x="4347708" y="3933346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5999</a:t>
            </a:r>
          </a:p>
        </p:txBody>
      </p:sp>
      <p:sp>
        <p:nvSpPr>
          <p:cNvPr id="56" name="Rounded Rectangle 11">
            <a:extLst>
              <a:ext uri="{FF2B5EF4-FFF2-40B4-BE49-F238E27FC236}">
                <a16:creationId xmlns:a16="http://schemas.microsoft.com/office/drawing/2014/main" id="{AD607905-6DE2-D1DF-0CD1-E49952819633}"/>
              </a:ext>
            </a:extLst>
          </p:cNvPr>
          <p:cNvSpPr/>
          <p:nvPr/>
        </p:nvSpPr>
        <p:spPr>
          <a:xfrm>
            <a:off x="1244220" y="4564179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1GB, 100 Mins, 100 SMS</a:t>
            </a:r>
          </a:p>
        </p:txBody>
      </p:sp>
      <p:sp>
        <p:nvSpPr>
          <p:cNvPr id="57" name="Rounded Rectangle 31">
            <a:extLst>
              <a:ext uri="{FF2B5EF4-FFF2-40B4-BE49-F238E27FC236}">
                <a16:creationId xmlns:a16="http://schemas.microsoft.com/office/drawing/2014/main" id="{1186D460-20EA-75CF-66AF-CDC6D7B33C6E}"/>
              </a:ext>
            </a:extLst>
          </p:cNvPr>
          <p:cNvSpPr/>
          <p:nvPr/>
        </p:nvSpPr>
        <p:spPr>
          <a:xfrm>
            <a:off x="397401" y="4629070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595</a:t>
            </a:r>
          </a:p>
        </p:txBody>
      </p:sp>
      <p:sp>
        <p:nvSpPr>
          <p:cNvPr id="58" name="Rounded Rectangle 11">
            <a:extLst>
              <a:ext uri="{FF2B5EF4-FFF2-40B4-BE49-F238E27FC236}">
                <a16:creationId xmlns:a16="http://schemas.microsoft.com/office/drawing/2014/main" id="{5A401DBA-85CC-E496-6852-2041979B82FA}"/>
              </a:ext>
            </a:extLst>
          </p:cNvPr>
          <p:cNvSpPr/>
          <p:nvPr/>
        </p:nvSpPr>
        <p:spPr>
          <a:xfrm>
            <a:off x="5194527" y="4564179"/>
            <a:ext cx="2939343" cy="529876"/>
          </a:xfrm>
          <a:prstGeom prst="round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250MB, 100 Mins, 100 SMS</a:t>
            </a:r>
          </a:p>
        </p:txBody>
      </p:sp>
      <p:sp>
        <p:nvSpPr>
          <p:cNvPr id="59" name="Rounded Rectangle 31">
            <a:extLst>
              <a:ext uri="{FF2B5EF4-FFF2-40B4-BE49-F238E27FC236}">
                <a16:creationId xmlns:a16="http://schemas.microsoft.com/office/drawing/2014/main" id="{E58B3ADF-B7A1-025E-69FB-DF022EAA4BFA}"/>
              </a:ext>
            </a:extLst>
          </p:cNvPr>
          <p:cNvSpPr/>
          <p:nvPr/>
        </p:nvSpPr>
        <p:spPr>
          <a:xfrm>
            <a:off x="4347708" y="4629070"/>
            <a:ext cx="1084868" cy="403054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177800" dist="762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  <a:ea typeface="+mj-ea"/>
                <a:cs typeface="Arial" panose="020B0604020202020204" pitchFamily="34" charset="0"/>
              </a:rPr>
              <a:t>Rs 14999</a:t>
            </a:r>
          </a:p>
        </p:txBody>
      </p:sp>
    </p:spTree>
    <p:extLst>
      <p:ext uri="{BB962C8B-B14F-4D97-AF65-F5344CB8AC3E}">
        <p14:creationId xmlns:p14="http://schemas.microsoft.com/office/powerpoint/2010/main" val="61761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4" grpId="0" animBg="1"/>
      <p:bldP spid="22" grpId="0" animBg="1"/>
      <p:bldP spid="23" grpId="0" animBg="1"/>
      <p:bldP spid="33" grpId="0"/>
      <p:bldP spid="40" grpId="0" animBg="1"/>
      <p:bldP spid="43" grpId="0" animBg="1"/>
      <p:bldP spid="44" grpId="0" animBg="1"/>
      <p:bldP spid="45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85BEA10A-B67C-7ED9-0A18-64A5DEA593D3}"/>
              </a:ext>
            </a:extLst>
          </p:cNvPr>
          <p:cNvSpPr/>
          <p:nvPr/>
        </p:nvSpPr>
        <p:spPr>
          <a:xfrm>
            <a:off x="397401" y="928811"/>
            <a:ext cx="8365599" cy="5565450"/>
          </a:xfrm>
          <a:prstGeom prst="roundRect">
            <a:avLst>
              <a:gd name="adj" fmla="val 4573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125CC2C-DD6A-BA03-2F6A-B6501618FAC2}"/>
              </a:ext>
            </a:extLst>
          </p:cNvPr>
          <p:cNvSpPr/>
          <p:nvPr/>
        </p:nvSpPr>
        <p:spPr>
          <a:xfrm>
            <a:off x="3253741" y="1036322"/>
            <a:ext cx="1635368" cy="5349036"/>
          </a:xfrm>
          <a:prstGeom prst="roundRect">
            <a:avLst>
              <a:gd name="adj" fmla="val 8446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Airtel World pass: That’s the smarter choice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BA9104AB-575D-ACB7-5D1C-9FEE9D7BC795}"/>
              </a:ext>
            </a:extLst>
          </p:cNvPr>
          <p:cNvSpPr/>
          <p:nvPr/>
        </p:nvSpPr>
        <p:spPr>
          <a:xfrm>
            <a:off x="3327381" y="1100701"/>
            <a:ext cx="1491414" cy="495000"/>
          </a:xfrm>
          <a:prstGeom prst="round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Airtel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C09CD3-47E4-80C5-8DB1-955816FD84C1}"/>
              </a:ext>
            </a:extLst>
          </p:cNvPr>
          <p:cNvSpPr/>
          <p:nvPr/>
        </p:nvSpPr>
        <p:spPr>
          <a:xfrm>
            <a:off x="5158243" y="1100701"/>
            <a:ext cx="1491414" cy="495000"/>
          </a:xfrm>
          <a:prstGeom prst="roundRect">
            <a:avLst/>
          </a:prstGeom>
          <a:solidFill>
            <a:schemeClr val="tx2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Travel Sim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19F036-FD5F-3999-DDD9-1900C499AE44}"/>
              </a:ext>
            </a:extLst>
          </p:cNvPr>
          <p:cNvSpPr/>
          <p:nvPr/>
        </p:nvSpPr>
        <p:spPr>
          <a:xfrm>
            <a:off x="6981485" y="1100701"/>
            <a:ext cx="1602515" cy="495000"/>
          </a:xfrm>
          <a:prstGeom prst="roundRect">
            <a:avLst/>
          </a:prstGeom>
          <a:solidFill>
            <a:schemeClr val="accent1"/>
          </a:solidFill>
          <a:ln>
            <a:noFill/>
            <a:prstDash val="solid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Local SIM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917BA9-C96A-0AB0-FA1B-DC9265BF54E2}"/>
              </a:ext>
            </a:extLst>
          </p:cNvPr>
          <p:cNvSpPr/>
          <p:nvPr/>
        </p:nvSpPr>
        <p:spPr>
          <a:xfrm>
            <a:off x="582798" y="1630878"/>
            <a:ext cx="2503860" cy="59504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One pack for the world</a:t>
            </a:r>
          </a:p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(Layover locations covered)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5BEBA63-84CC-C6CF-17F2-339C9798E9EE}"/>
              </a:ext>
            </a:extLst>
          </p:cNvPr>
          <p:cNvSpPr/>
          <p:nvPr/>
        </p:nvSpPr>
        <p:spPr>
          <a:xfrm>
            <a:off x="582798" y="4138638"/>
            <a:ext cx="2503860" cy="370809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No Extra Documents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52F39FCD-8192-EC3F-23C9-95DF0EBC284E}"/>
              </a:ext>
            </a:extLst>
          </p:cNvPr>
          <p:cNvSpPr/>
          <p:nvPr/>
        </p:nvSpPr>
        <p:spPr>
          <a:xfrm>
            <a:off x="582798" y="3385310"/>
            <a:ext cx="2503860" cy="370809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Usage Tracking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2FCD129C-9AD6-AFB6-52D4-757B2ABA1F83}"/>
              </a:ext>
            </a:extLst>
          </p:cNvPr>
          <p:cNvSpPr/>
          <p:nvPr/>
        </p:nvSpPr>
        <p:spPr>
          <a:xfrm>
            <a:off x="582798" y="2631982"/>
            <a:ext cx="2503860" cy="370809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Financial &amp; other imp alerts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5E8B96B7-B6D9-B8A3-7BAF-28808B901049}"/>
              </a:ext>
            </a:extLst>
          </p:cNvPr>
          <p:cNvSpPr/>
          <p:nvPr/>
        </p:nvSpPr>
        <p:spPr>
          <a:xfrm>
            <a:off x="582798" y="5639643"/>
            <a:ext cx="2503860" cy="59504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Multiple Tie-ups</a:t>
            </a:r>
          </a:p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with local operator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AE4B416E-4D0F-F6F3-3531-6A1E42DB5A4E}"/>
              </a:ext>
            </a:extLst>
          </p:cNvPr>
          <p:cNvSpPr/>
          <p:nvPr/>
        </p:nvSpPr>
        <p:spPr>
          <a:xfrm>
            <a:off x="582798" y="4891912"/>
            <a:ext cx="2503860" cy="3702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</a:rPr>
              <a:t>Saving on ISD</a:t>
            </a:r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A6DC8C8C-0AF4-2431-6520-3957C830EBF0}"/>
              </a:ext>
            </a:extLst>
          </p:cNvPr>
          <p:cNvSpPr/>
          <p:nvPr/>
        </p:nvSpPr>
        <p:spPr>
          <a:xfrm>
            <a:off x="8956814" y="927423"/>
            <a:ext cx="2949203" cy="5565450"/>
          </a:xfrm>
          <a:prstGeom prst="roundRect">
            <a:avLst>
              <a:gd name="adj" fmla="val 11500"/>
            </a:avLst>
          </a:prstGeom>
          <a:solidFill>
            <a:srgbClr val="374150"/>
          </a:solidFill>
          <a:ln>
            <a:noFill/>
          </a:ln>
          <a:effectLst>
            <a:outerShdw blurRad="3175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Customer travelling to 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US via Dubai layover</a:t>
            </a:r>
          </a:p>
          <a:p>
            <a:pPr algn="ctr"/>
            <a:endParaRPr lang="en-US" sz="1600">
              <a:solidFill>
                <a:schemeClr val="bg1"/>
              </a:solidFill>
            </a:endParaRPr>
          </a:p>
          <a:p>
            <a:pPr algn="ctr"/>
            <a:r>
              <a:rPr lang="en-US" sz="1600" b="1">
                <a:solidFill>
                  <a:schemeClr val="bg1"/>
                </a:solidFill>
              </a:rPr>
              <a:t>Local Sim: $40 </a:t>
            </a:r>
          </a:p>
          <a:p>
            <a:pPr algn="ctr"/>
            <a:r>
              <a:rPr lang="en-US" sz="1200">
                <a:solidFill>
                  <a:schemeClr val="bg1"/>
                </a:solidFill>
              </a:rPr>
              <a:t>(AT&amp;T – 15GB)</a:t>
            </a:r>
            <a:endParaRPr lang="en-US" sz="1400">
              <a:solidFill>
                <a:schemeClr val="bg1"/>
              </a:solidFill>
            </a:endParaRPr>
          </a:p>
          <a:p>
            <a:pPr algn="ctr"/>
            <a:endParaRPr lang="en-US" sz="1400">
              <a:solidFill>
                <a:schemeClr val="bg1"/>
              </a:solidFill>
            </a:endParaRPr>
          </a:p>
          <a:p>
            <a:pPr algn="ctr"/>
            <a:r>
              <a:rPr lang="en-US" sz="1400" b="1">
                <a:solidFill>
                  <a:schemeClr val="bg1"/>
                </a:solidFill>
              </a:rPr>
              <a:t>Dubai Rs 649</a:t>
            </a:r>
          </a:p>
          <a:p>
            <a:pPr algn="ctr"/>
            <a:r>
              <a:rPr lang="en-US" sz="1400" b="1">
                <a:solidFill>
                  <a:schemeClr val="bg1"/>
                </a:solidFill>
              </a:rPr>
              <a:t>1day Pack</a:t>
            </a:r>
          </a:p>
          <a:p>
            <a:pPr algn="ctr"/>
            <a:endParaRPr lang="en-US" sz="1400">
              <a:solidFill>
                <a:schemeClr val="bg1"/>
              </a:solidFill>
            </a:endParaRPr>
          </a:p>
          <a:p>
            <a:pPr algn="ctr"/>
            <a:r>
              <a:rPr lang="en-US" sz="1400" b="1">
                <a:solidFill>
                  <a:schemeClr val="bg1"/>
                </a:solidFill>
              </a:rPr>
              <a:t>Call back to India </a:t>
            </a:r>
            <a:r>
              <a:rPr lang="en-US" sz="1400">
                <a:solidFill>
                  <a:schemeClr val="bg1"/>
                </a:solidFill>
              </a:rPr>
              <a:t/>
            </a:r>
            <a:br>
              <a:rPr lang="en-US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(5min/day)</a:t>
            </a:r>
          </a:p>
          <a:p>
            <a:pPr algn="ctr"/>
            <a:r>
              <a:rPr lang="en-US" sz="1400" b="1">
                <a:solidFill>
                  <a:schemeClr val="bg1"/>
                </a:solidFill>
              </a:rPr>
              <a:t>$15</a:t>
            </a:r>
          </a:p>
          <a:p>
            <a:pPr algn="ctr"/>
            <a:endParaRPr lang="en-US" sz="1000">
              <a:solidFill>
                <a:schemeClr val="bg1"/>
              </a:solidFill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</a:rPr>
              <a:t>= 5136</a:t>
            </a:r>
          </a:p>
          <a:p>
            <a:pPr algn="ctr"/>
            <a:endParaRPr lang="en-US" sz="400">
              <a:solidFill>
                <a:schemeClr val="bg1"/>
              </a:solidFill>
            </a:endParaRPr>
          </a:p>
          <a:p>
            <a:pPr algn="ctr"/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</a:rPr>
              <a:t>28% more </a:t>
            </a:r>
            <a:br>
              <a:rPr lang="en-US" sz="2000" b="1">
                <a:solidFill>
                  <a:schemeClr val="bg1"/>
                </a:solidFill>
              </a:rPr>
            </a:br>
            <a:r>
              <a:rPr lang="en-US" sz="2000" b="1">
                <a:solidFill>
                  <a:schemeClr val="bg1"/>
                </a:solidFill>
              </a:rPr>
              <a:t>expensive</a:t>
            </a:r>
            <a:endParaRPr lang="en-US" sz="1400" b="1">
              <a:solidFill>
                <a:schemeClr val="bg1"/>
              </a:solidFill>
            </a:endParaRPr>
          </a:p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CAB2F9-4C94-6282-63B0-B617160DB1F2}"/>
              </a:ext>
            </a:extLst>
          </p:cNvPr>
          <p:cNvCxnSpPr/>
          <p:nvPr/>
        </p:nvCxnSpPr>
        <p:spPr>
          <a:xfrm>
            <a:off x="582798" y="2419350"/>
            <a:ext cx="805454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ABBBB7-FE89-4FE4-0864-BF0013C05748}"/>
              </a:ext>
            </a:extLst>
          </p:cNvPr>
          <p:cNvCxnSpPr/>
          <p:nvPr/>
        </p:nvCxnSpPr>
        <p:spPr>
          <a:xfrm>
            <a:off x="582798" y="3190875"/>
            <a:ext cx="805454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1C19AAF-E844-462F-89D1-5CF00844FC9C}"/>
              </a:ext>
            </a:extLst>
          </p:cNvPr>
          <p:cNvCxnSpPr/>
          <p:nvPr/>
        </p:nvCxnSpPr>
        <p:spPr>
          <a:xfrm>
            <a:off x="582798" y="3943350"/>
            <a:ext cx="805454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24DC43-99FA-8FB6-A476-4634399FE0D9}"/>
              </a:ext>
            </a:extLst>
          </p:cNvPr>
          <p:cNvCxnSpPr/>
          <p:nvPr/>
        </p:nvCxnSpPr>
        <p:spPr>
          <a:xfrm>
            <a:off x="582798" y="4705350"/>
            <a:ext cx="805454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66B152-3863-77E8-DB73-B7C35D8F9AF7}"/>
              </a:ext>
            </a:extLst>
          </p:cNvPr>
          <p:cNvCxnSpPr/>
          <p:nvPr/>
        </p:nvCxnSpPr>
        <p:spPr>
          <a:xfrm>
            <a:off x="582798" y="5438775"/>
            <a:ext cx="805454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7597938-4FC1-F8C0-235D-8529B7538D31}"/>
              </a:ext>
            </a:extLst>
          </p:cNvPr>
          <p:cNvSpPr/>
          <p:nvPr/>
        </p:nvSpPr>
        <p:spPr>
          <a:xfrm>
            <a:off x="5093886" y="1036322"/>
            <a:ext cx="1635368" cy="5349036"/>
          </a:xfrm>
          <a:prstGeom prst="roundRect">
            <a:avLst>
              <a:gd name="adj" fmla="val 8446"/>
            </a:avLst>
          </a:prstGeom>
          <a:solidFill>
            <a:schemeClr val="accent1">
              <a:alpha val="4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E7D3507-336D-4D89-3B0B-F95955B75432}"/>
              </a:ext>
            </a:extLst>
          </p:cNvPr>
          <p:cNvSpPr/>
          <p:nvPr/>
        </p:nvSpPr>
        <p:spPr>
          <a:xfrm>
            <a:off x="6911340" y="1036322"/>
            <a:ext cx="1742020" cy="5349036"/>
          </a:xfrm>
          <a:prstGeom prst="roundRect">
            <a:avLst>
              <a:gd name="adj" fmla="val 8446"/>
            </a:avLst>
          </a:prstGeom>
          <a:solidFill>
            <a:schemeClr val="accent1">
              <a:alpha val="4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Multiply 17">
            <a:extLst>
              <a:ext uri="{FF2B5EF4-FFF2-40B4-BE49-F238E27FC236}">
                <a16:creationId xmlns:a16="http://schemas.microsoft.com/office/drawing/2014/main" id="{C3FB94B4-CDAD-E4B6-2F84-0A7685AF57EB}"/>
              </a:ext>
            </a:extLst>
          </p:cNvPr>
          <p:cNvSpPr/>
          <p:nvPr/>
        </p:nvSpPr>
        <p:spPr>
          <a:xfrm>
            <a:off x="5667780" y="1720337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y 23">
            <a:extLst>
              <a:ext uri="{FF2B5EF4-FFF2-40B4-BE49-F238E27FC236}">
                <a16:creationId xmlns:a16="http://schemas.microsoft.com/office/drawing/2014/main" id="{7926324F-DA0C-E1C4-D875-CCA1450E01C0}"/>
              </a:ext>
            </a:extLst>
          </p:cNvPr>
          <p:cNvSpPr/>
          <p:nvPr/>
        </p:nvSpPr>
        <p:spPr>
          <a:xfrm>
            <a:off x="7546572" y="1720337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y 36">
            <a:extLst>
              <a:ext uri="{FF2B5EF4-FFF2-40B4-BE49-F238E27FC236}">
                <a16:creationId xmlns:a16="http://schemas.microsoft.com/office/drawing/2014/main" id="{BF96586B-90CA-2CE6-683B-EF7627D48FD7}"/>
              </a:ext>
            </a:extLst>
          </p:cNvPr>
          <p:cNvSpPr/>
          <p:nvPr/>
        </p:nvSpPr>
        <p:spPr>
          <a:xfrm>
            <a:off x="5667780" y="4100014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y 37">
            <a:extLst>
              <a:ext uri="{FF2B5EF4-FFF2-40B4-BE49-F238E27FC236}">
                <a16:creationId xmlns:a16="http://schemas.microsoft.com/office/drawing/2014/main" id="{B262373F-DFA7-3FF0-FF17-8A5751DF5CA8}"/>
              </a:ext>
            </a:extLst>
          </p:cNvPr>
          <p:cNvSpPr/>
          <p:nvPr/>
        </p:nvSpPr>
        <p:spPr>
          <a:xfrm>
            <a:off x="7546572" y="4100014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y 36">
            <a:extLst>
              <a:ext uri="{FF2B5EF4-FFF2-40B4-BE49-F238E27FC236}">
                <a16:creationId xmlns:a16="http://schemas.microsoft.com/office/drawing/2014/main" id="{78C5AD33-E883-FD7A-D6F2-263EDBDC3B73}"/>
              </a:ext>
            </a:extLst>
          </p:cNvPr>
          <p:cNvSpPr/>
          <p:nvPr/>
        </p:nvSpPr>
        <p:spPr>
          <a:xfrm>
            <a:off x="5667780" y="3346686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inus 42">
            <a:extLst>
              <a:ext uri="{FF2B5EF4-FFF2-40B4-BE49-F238E27FC236}">
                <a16:creationId xmlns:a16="http://schemas.microsoft.com/office/drawing/2014/main" id="{963AD7D0-571B-5341-9D0D-87B4D2D738AF}"/>
              </a:ext>
            </a:extLst>
          </p:cNvPr>
          <p:cNvSpPr/>
          <p:nvPr/>
        </p:nvSpPr>
        <p:spPr>
          <a:xfrm>
            <a:off x="7587447" y="3385474"/>
            <a:ext cx="390590" cy="370480"/>
          </a:xfrm>
          <a:prstGeom prst="mathMinus">
            <a:avLst>
              <a:gd name="adj1" fmla="val 16664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y 36">
            <a:extLst>
              <a:ext uri="{FF2B5EF4-FFF2-40B4-BE49-F238E27FC236}">
                <a16:creationId xmlns:a16="http://schemas.microsoft.com/office/drawing/2014/main" id="{7D05071F-7299-4CE1-6F61-0013D0D418EA}"/>
              </a:ext>
            </a:extLst>
          </p:cNvPr>
          <p:cNvSpPr/>
          <p:nvPr/>
        </p:nvSpPr>
        <p:spPr>
          <a:xfrm>
            <a:off x="5667780" y="2593358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y 36">
            <a:extLst>
              <a:ext uri="{FF2B5EF4-FFF2-40B4-BE49-F238E27FC236}">
                <a16:creationId xmlns:a16="http://schemas.microsoft.com/office/drawing/2014/main" id="{FDBA63B8-824E-0287-A3B2-4ECCDB8211F2}"/>
              </a:ext>
            </a:extLst>
          </p:cNvPr>
          <p:cNvSpPr/>
          <p:nvPr/>
        </p:nvSpPr>
        <p:spPr>
          <a:xfrm>
            <a:off x="7546572" y="2593358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y 21">
            <a:extLst>
              <a:ext uri="{FF2B5EF4-FFF2-40B4-BE49-F238E27FC236}">
                <a16:creationId xmlns:a16="http://schemas.microsoft.com/office/drawing/2014/main" id="{85FD1E89-AE78-F512-9EE7-5BDC41D2A041}"/>
              </a:ext>
            </a:extLst>
          </p:cNvPr>
          <p:cNvSpPr/>
          <p:nvPr/>
        </p:nvSpPr>
        <p:spPr>
          <a:xfrm>
            <a:off x="7546572" y="5713135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ultiply 36">
            <a:extLst>
              <a:ext uri="{FF2B5EF4-FFF2-40B4-BE49-F238E27FC236}">
                <a16:creationId xmlns:a16="http://schemas.microsoft.com/office/drawing/2014/main" id="{B0E4B052-1466-3C6C-07BF-21BB03CA8F04}"/>
              </a:ext>
            </a:extLst>
          </p:cNvPr>
          <p:cNvSpPr/>
          <p:nvPr/>
        </p:nvSpPr>
        <p:spPr>
          <a:xfrm>
            <a:off x="5667780" y="5713135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y 37">
            <a:extLst>
              <a:ext uri="{FF2B5EF4-FFF2-40B4-BE49-F238E27FC236}">
                <a16:creationId xmlns:a16="http://schemas.microsoft.com/office/drawing/2014/main" id="{C387B57E-FA54-C175-72C5-1C350550A5F9}"/>
              </a:ext>
            </a:extLst>
          </p:cNvPr>
          <p:cNvSpPr/>
          <p:nvPr/>
        </p:nvSpPr>
        <p:spPr>
          <a:xfrm>
            <a:off x="7546572" y="4853031"/>
            <a:ext cx="472340" cy="448056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inus 42">
            <a:extLst>
              <a:ext uri="{FF2B5EF4-FFF2-40B4-BE49-F238E27FC236}">
                <a16:creationId xmlns:a16="http://schemas.microsoft.com/office/drawing/2014/main" id="{E71D405E-0E45-2CB1-BD51-07EF24B0EA7C}"/>
              </a:ext>
            </a:extLst>
          </p:cNvPr>
          <p:cNvSpPr/>
          <p:nvPr/>
        </p:nvSpPr>
        <p:spPr>
          <a:xfrm>
            <a:off x="5708655" y="4891819"/>
            <a:ext cx="390590" cy="370480"/>
          </a:xfrm>
          <a:prstGeom prst="mathMinus">
            <a:avLst>
              <a:gd name="adj1" fmla="val 16664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Graphic 57" descr="Checkmark with solid fill">
            <a:extLst>
              <a:ext uri="{FF2B5EF4-FFF2-40B4-BE49-F238E27FC236}">
                <a16:creationId xmlns:a16="http://schemas.microsoft.com/office/drawing/2014/main" id="{0E41874F-0E4D-352E-D2C2-DD69D6C5F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6595" y="1734813"/>
            <a:ext cx="420521" cy="420521"/>
          </a:xfrm>
          <a:prstGeom prst="rect">
            <a:avLst/>
          </a:prstGeom>
        </p:spPr>
      </p:pic>
      <p:pic>
        <p:nvPicPr>
          <p:cNvPr id="59" name="Graphic 58" descr="Checkmark with solid fill">
            <a:extLst>
              <a:ext uri="{FF2B5EF4-FFF2-40B4-BE49-F238E27FC236}">
                <a16:creationId xmlns:a16="http://schemas.microsoft.com/office/drawing/2014/main" id="{25E5AFEF-8F82-A50B-88E9-504FA1EE5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6595" y="3354317"/>
            <a:ext cx="420521" cy="420521"/>
          </a:xfrm>
          <a:prstGeom prst="rect">
            <a:avLst/>
          </a:prstGeom>
        </p:spPr>
      </p:pic>
      <p:pic>
        <p:nvPicPr>
          <p:cNvPr id="60" name="Graphic 59" descr="Checkmark with solid fill">
            <a:extLst>
              <a:ext uri="{FF2B5EF4-FFF2-40B4-BE49-F238E27FC236}">
                <a16:creationId xmlns:a16="http://schemas.microsoft.com/office/drawing/2014/main" id="{058E2924-1626-46AC-35CE-77368E58E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6595" y="4116316"/>
            <a:ext cx="420521" cy="420521"/>
          </a:xfrm>
          <a:prstGeom prst="rect">
            <a:avLst/>
          </a:prstGeom>
        </p:spPr>
      </p:pic>
      <p:pic>
        <p:nvPicPr>
          <p:cNvPr id="61" name="Graphic 60" descr="Checkmark with solid fill">
            <a:extLst>
              <a:ext uri="{FF2B5EF4-FFF2-40B4-BE49-F238E27FC236}">
                <a16:creationId xmlns:a16="http://schemas.microsoft.com/office/drawing/2014/main" id="{656C576C-A581-F7D1-CF6F-F746D143D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6595" y="4858936"/>
            <a:ext cx="420521" cy="420521"/>
          </a:xfrm>
          <a:prstGeom prst="rect">
            <a:avLst/>
          </a:prstGeom>
        </p:spPr>
      </p:pic>
      <p:pic>
        <p:nvPicPr>
          <p:cNvPr id="62" name="Graphic 61" descr="Checkmark with solid fill">
            <a:extLst>
              <a:ext uri="{FF2B5EF4-FFF2-40B4-BE49-F238E27FC236}">
                <a16:creationId xmlns:a16="http://schemas.microsoft.com/office/drawing/2014/main" id="{347A975C-4530-39AA-2F48-46B0F2FF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6595" y="5721603"/>
            <a:ext cx="420521" cy="420521"/>
          </a:xfrm>
          <a:prstGeom prst="rect">
            <a:avLst/>
          </a:prstGeom>
        </p:spPr>
      </p:pic>
      <p:pic>
        <p:nvPicPr>
          <p:cNvPr id="64" name="Graphic 63" descr="Checkmark with solid fill">
            <a:extLst>
              <a:ext uri="{FF2B5EF4-FFF2-40B4-BE49-F238E27FC236}">
                <a16:creationId xmlns:a16="http://schemas.microsoft.com/office/drawing/2014/main" id="{F1A75298-5372-2F3E-CDF8-32B1C95C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6595" y="2606582"/>
            <a:ext cx="420521" cy="4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4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3" grpId="0" animBg="1"/>
      <p:bldP spid="6" grpId="0" animBg="1"/>
      <p:bldP spid="7" grpId="0" animBg="1"/>
      <p:bldP spid="8" grpId="0" animBg="1"/>
      <p:bldP spid="9" grpId="0" animBg="1"/>
      <p:bldP spid="13" grpId="0" animBg="1"/>
      <p:bldP spid="17" grpId="0" animBg="1"/>
      <p:bldP spid="21" grpId="0" animBg="1"/>
      <p:bldP spid="25" grpId="0" animBg="1"/>
      <p:bldP spid="29" grpId="0" animBg="1"/>
      <p:bldP spid="33" grpId="0" animBg="1"/>
      <p:bldP spid="44" grpId="0" animBg="1"/>
      <p:bldP spid="45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48">
            <a:extLst>
              <a:ext uri="{FF2B5EF4-FFF2-40B4-BE49-F238E27FC236}">
                <a16:creationId xmlns:a16="http://schemas.microsoft.com/office/drawing/2014/main" id="{9708C17C-336D-11B6-FF1B-1533534F5155}"/>
              </a:ext>
            </a:extLst>
          </p:cNvPr>
          <p:cNvSpPr/>
          <p:nvPr/>
        </p:nvSpPr>
        <p:spPr>
          <a:xfrm>
            <a:off x="397401" y="928811"/>
            <a:ext cx="9350448" cy="5565450"/>
          </a:xfrm>
          <a:prstGeom prst="roundRect">
            <a:avLst>
              <a:gd name="adj" fmla="val 4573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Competition : 60% expensive, Covers 40% of the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48A6D2-941C-2020-4FB4-A0640A08D5BD}"/>
              </a:ext>
            </a:extLst>
          </p:cNvPr>
          <p:cNvSpPr/>
          <p:nvPr/>
        </p:nvSpPr>
        <p:spPr>
          <a:xfrm>
            <a:off x="3330390" y="1268206"/>
            <a:ext cx="2765610" cy="45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Airtel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EDBA36E9-17B1-209F-C396-DF590DB39759}"/>
              </a:ext>
            </a:extLst>
          </p:cNvPr>
          <p:cNvSpPr/>
          <p:nvPr/>
        </p:nvSpPr>
        <p:spPr>
          <a:xfrm>
            <a:off x="6268313" y="1268206"/>
            <a:ext cx="3102808" cy="450000"/>
          </a:xfrm>
          <a:prstGeom prst="roundRect">
            <a:avLst/>
          </a:prstGeom>
          <a:solidFill>
            <a:srgbClr val="3741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Competition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98C2D4AD-82E5-399A-D244-79EA008976E9}"/>
              </a:ext>
            </a:extLst>
          </p:cNvPr>
          <p:cNvSpPr/>
          <p:nvPr/>
        </p:nvSpPr>
        <p:spPr>
          <a:xfrm>
            <a:off x="782118" y="1924024"/>
            <a:ext cx="2364240" cy="62400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</a:rPr>
              <a:t>Plan for 30 days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00D042D7-D215-81F2-02D8-CFC9DAD28761}"/>
              </a:ext>
            </a:extLst>
          </p:cNvPr>
          <p:cNvSpPr/>
          <p:nvPr/>
        </p:nvSpPr>
        <p:spPr>
          <a:xfrm>
            <a:off x="782118" y="3670148"/>
            <a:ext cx="2364240" cy="62400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</a:rPr>
              <a:t>Usage Tracking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96676024-DC33-32F1-A8D1-718BACFF6597}"/>
              </a:ext>
            </a:extLst>
          </p:cNvPr>
          <p:cNvSpPr/>
          <p:nvPr/>
        </p:nvSpPr>
        <p:spPr>
          <a:xfrm>
            <a:off x="782118" y="2833421"/>
            <a:ext cx="2364240" cy="58417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</a:rPr>
              <a:t>Countries covered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5C868D51-1E3B-A2D2-F145-48944A852FC6}"/>
              </a:ext>
            </a:extLst>
          </p:cNvPr>
          <p:cNvSpPr/>
          <p:nvPr/>
        </p:nvSpPr>
        <p:spPr>
          <a:xfrm>
            <a:off x="3330390" y="1924024"/>
            <a:ext cx="2765610" cy="62400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Rs 3999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FCE8450F-DE60-71FC-87EF-F33A150145EA}"/>
              </a:ext>
            </a:extLst>
          </p:cNvPr>
          <p:cNvSpPr/>
          <p:nvPr/>
        </p:nvSpPr>
        <p:spPr>
          <a:xfrm>
            <a:off x="6274172" y="1924024"/>
            <a:ext cx="3096948" cy="6240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Rs</a:t>
            </a:r>
            <a:r>
              <a:rPr lang="en-US" sz="1400">
                <a:solidFill>
                  <a:sysClr val="windowText" lastClr="000000"/>
                </a:solidFill>
                <a:latin typeface="Arial" panose="020B0604020202020204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6427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ysClr val="windowText" lastClr="000000"/>
                </a:solidFill>
                <a:latin typeface="Arial" panose="020B0604020202020204"/>
              </a:rPr>
              <a:t>(Rs 5999 for 28 days)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C7FB0DF7-87AA-4970-36AF-44427EFBD39F}"/>
              </a:ext>
            </a:extLst>
          </p:cNvPr>
          <p:cNvSpPr/>
          <p:nvPr/>
        </p:nvSpPr>
        <p:spPr>
          <a:xfrm>
            <a:off x="3318670" y="2813506"/>
            <a:ext cx="2765610" cy="62400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184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8D466574-3EF7-553A-9B33-E8218DB4ACFC}"/>
              </a:ext>
            </a:extLst>
          </p:cNvPr>
          <p:cNvSpPr/>
          <p:nvPr/>
        </p:nvSpPr>
        <p:spPr>
          <a:xfrm>
            <a:off x="6274172" y="2813506"/>
            <a:ext cx="3096948" cy="6240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ysClr val="windowText" lastClr="000000"/>
                </a:solidFill>
                <a:latin typeface="Arial" panose="020B0604020202020204"/>
              </a:rPr>
              <a:t>81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77646C28-99FE-6CC6-221E-5B4017C8C669}"/>
              </a:ext>
            </a:extLst>
          </p:cNvPr>
          <p:cNvSpPr/>
          <p:nvPr/>
        </p:nvSpPr>
        <p:spPr>
          <a:xfrm>
            <a:off x="782118" y="4563125"/>
            <a:ext cx="2364240" cy="62400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</a:rPr>
              <a:t>Flexibility of travel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26E5E55C-AA33-A76F-9198-784AB5E0CF15}"/>
              </a:ext>
            </a:extLst>
          </p:cNvPr>
          <p:cNvSpPr/>
          <p:nvPr/>
        </p:nvSpPr>
        <p:spPr>
          <a:xfrm>
            <a:off x="3330390" y="4563125"/>
            <a:ext cx="2765610" cy="62400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Auto-activates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you land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9859B42D-B554-4A9E-AF52-FF08F8138F4D}"/>
              </a:ext>
            </a:extLst>
          </p:cNvPr>
          <p:cNvSpPr/>
          <p:nvPr/>
        </p:nvSpPr>
        <p:spPr>
          <a:xfrm>
            <a:off x="6274172" y="4563125"/>
            <a:ext cx="3096948" cy="6240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Have to </a:t>
            </a:r>
            <a:r>
              <a:rPr lang="en-US" sz="1400">
                <a:solidFill>
                  <a:sysClr val="windowText" lastClr="000000"/>
                </a:solidFill>
                <a:latin typeface="Arial" panose="020B0604020202020204"/>
              </a:rPr>
              <a:t>specify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ysClr val="windowText" lastClr="000000"/>
                </a:solidFill>
                <a:latin typeface="Arial" panose="020B0604020202020204"/>
              </a:rPr>
              <a:t>date of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travel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BB709841-5576-6DED-F0A4-DE985803A261}"/>
              </a:ext>
            </a:extLst>
          </p:cNvPr>
          <p:cNvSpPr/>
          <p:nvPr/>
        </p:nvSpPr>
        <p:spPr>
          <a:xfrm>
            <a:off x="9886896" y="1948021"/>
            <a:ext cx="1966524" cy="624001"/>
          </a:xfrm>
          <a:prstGeom prst="roundRect">
            <a:avLst/>
          </a:prstGeom>
          <a:solidFill>
            <a:srgbClr val="374150"/>
          </a:solidFill>
          <a:ln>
            <a:noFill/>
          </a:ln>
          <a:effectLst>
            <a:outerShdw blurRad="3175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60% more expensive</a:t>
            </a:r>
          </a:p>
        </p:txBody>
      </p:sp>
      <p:sp>
        <p:nvSpPr>
          <p:cNvPr id="19" name="Multiply 35">
            <a:extLst>
              <a:ext uri="{FF2B5EF4-FFF2-40B4-BE49-F238E27FC236}">
                <a16:creationId xmlns:a16="http://schemas.microsoft.com/office/drawing/2014/main" id="{8F1120FA-A4C2-6E77-D143-F90C8AF6C9FB}"/>
              </a:ext>
            </a:extLst>
          </p:cNvPr>
          <p:cNvSpPr/>
          <p:nvPr/>
        </p:nvSpPr>
        <p:spPr>
          <a:xfrm>
            <a:off x="7481832" y="3728267"/>
            <a:ext cx="615772" cy="542622"/>
          </a:xfrm>
          <a:prstGeom prst="mathMultiply">
            <a:avLst>
              <a:gd name="adj1" fmla="val 886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D222D65B-7DCA-246E-5E64-B2004E3B3FE8}"/>
              </a:ext>
            </a:extLst>
          </p:cNvPr>
          <p:cNvSpPr/>
          <p:nvPr/>
        </p:nvSpPr>
        <p:spPr>
          <a:xfrm>
            <a:off x="782118" y="5461028"/>
            <a:ext cx="2364240" cy="62400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</a:rPr>
              <a:t>Voice Benefits</a:t>
            </a: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4DD8A963-9275-4C59-273F-8AED06AF0AF7}"/>
              </a:ext>
            </a:extLst>
          </p:cNvPr>
          <p:cNvSpPr/>
          <p:nvPr/>
        </p:nvSpPr>
        <p:spPr>
          <a:xfrm>
            <a:off x="3330390" y="5461028"/>
            <a:ext cx="2765610" cy="62400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100mins/day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ysClr val="windowText" lastClr="000000"/>
                </a:solidFill>
                <a:latin typeface="Arial" panose="020B0604020202020204"/>
              </a:rPr>
              <a:t>(OG+IC)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91929B6D-6B87-9CCC-AB4E-45A1788F0BE7}"/>
              </a:ext>
            </a:extLst>
          </p:cNvPr>
          <p:cNvSpPr/>
          <p:nvPr/>
        </p:nvSpPr>
        <p:spPr>
          <a:xfrm>
            <a:off x="6274172" y="5461028"/>
            <a:ext cx="3096948" cy="6240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1500mins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ysClr val="windowText" lastClr="000000"/>
                </a:solidFill>
                <a:latin typeface="Arial" panose="020B0604020202020204"/>
              </a:rPr>
              <a:t>(IC UL)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15AEABCE-455F-0AF1-CF06-184FF36F18F8}"/>
              </a:ext>
            </a:extLst>
          </p:cNvPr>
          <p:cNvSpPr/>
          <p:nvPr/>
        </p:nvSpPr>
        <p:spPr>
          <a:xfrm>
            <a:off x="9867184" y="2734959"/>
            <a:ext cx="2005948" cy="624001"/>
          </a:xfrm>
          <a:prstGeom prst="roundRect">
            <a:avLst/>
          </a:prstGeom>
          <a:solidFill>
            <a:srgbClr val="374150"/>
          </a:solidFill>
          <a:ln>
            <a:noFill/>
          </a:ln>
          <a:effectLst>
            <a:outerShdw blurRad="3175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Top destination like Maldives not covered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6F1AC2B-7CCE-5729-76A0-191F622094BF}"/>
              </a:ext>
            </a:extLst>
          </p:cNvPr>
          <p:cNvSpPr/>
          <p:nvPr/>
        </p:nvSpPr>
        <p:spPr>
          <a:xfrm>
            <a:off x="9867184" y="5465955"/>
            <a:ext cx="1966524" cy="624001"/>
          </a:xfrm>
          <a:prstGeom prst="roundRect">
            <a:avLst/>
          </a:prstGeom>
          <a:solidFill>
            <a:srgbClr val="374150"/>
          </a:solidFill>
          <a:ln>
            <a:noFill/>
          </a:ln>
          <a:effectLst>
            <a:outerShdw blurRad="3175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200% more talktime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A31A19-1E1F-84E8-1872-4F8508718695}"/>
              </a:ext>
            </a:extLst>
          </p:cNvPr>
          <p:cNvCxnSpPr>
            <a:cxnSpLocks/>
          </p:cNvCxnSpPr>
          <p:nvPr/>
        </p:nvCxnSpPr>
        <p:spPr>
          <a:xfrm>
            <a:off x="782118" y="2687334"/>
            <a:ext cx="858900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5FD5378-32CB-E30A-9D38-BB29613F22FF}"/>
              </a:ext>
            </a:extLst>
          </p:cNvPr>
          <p:cNvCxnSpPr>
            <a:cxnSpLocks/>
          </p:cNvCxnSpPr>
          <p:nvPr/>
        </p:nvCxnSpPr>
        <p:spPr>
          <a:xfrm>
            <a:off x="782118" y="3535059"/>
            <a:ext cx="858900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19A4F5-A173-592B-7504-215CE9DE6FC4}"/>
              </a:ext>
            </a:extLst>
          </p:cNvPr>
          <p:cNvCxnSpPr>
            <a:cxnSpLocks/>
          </p:cNvCxnSpPr>
          <p:nvPr/>
        </p:nvCxnSpPr>
        <p:spPr>
          <a:xfrm>
            <a:off x="782118" y="4430409"/>
            <a:ext cx="858900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1D7604-850A-2056-33E1-6A13EB908CA1}"/>
              </a:ext>
            </a:extLst>
          </p:cNvPr>
          <p:cNvCxnSpPr>
            <a:cxnSpLocks/>
          </p:cNvCxnSpPr>
          <p:nvPr/>
        </p:nvCxnSpPr>
        <p:spPr>
          <a:xfrm>
            <a:off x="782118" y="5325759"/>
            <a:ext cx="8589002" cy="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Checkmark with solid fill">
            <a:extLst>
              <a:ext uri="{FF2B5EF4-FFF2-40B4-BE49-F238E27FC236}">
                <a16:creationId xmlns:a16="http://schemas.microsoft.com/office/drawing/2014/main" id="{E5BBE872-3622-F044-ABBD-D69219550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5355" y="3715032"/>
            <a:ext cx="508830" cy="5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6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94">
            <a:extLst>
              <a:ext uri="{FF2B5EF4-FFF2-40B4-BE49-F238E27FC236}">
                <a16:creationId xmlns:a16="http://schemas.microsoft.com/office/drawing/2014/main" id="{E4DAC2F5-7F33-A614-E3D1-9567058A2A57}"/>
              </a:ext>
            </a:extLst>
          </p:cNvPr>
          <p:cNvSpPr/>
          <p:nvPr/>
        </p:nvSpPr>
        <p:spPr>
          <a:xfrm>
            <a:off x="377163" y="1137776"/>
            <a:ext cx="11437674" cy="5110624"/>
          </a:xfrm>
          <a:prstGeom prst="roundRect">
            <a:avLst>
              <a:gd name="adj" fmla="val 3996"/>
            </a:avLst>
          </a:prstGeom>
          <a:solidFill>
            <a:schemeClr val="bg1"/>
          </a:solidFill>
          <a:ln>
            <a:solidFill>
              <a:schemeClr val="tx2"/>
            </a:solidFill>
            <a:prstDash val="dash"/>
          </a:ln>
          <a:effectLst>
            <a:outerShdw blurRad="3048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0E7B-65EB-9BBD-825C-BF8F5802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BC73-C8EF-FDC7-EA48-28C23E16C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462A50D9-2D96-9EF6-7EB9-DDA2DCD6C30E}"/>
              </a:ext>
            </a:extLst>
          </p:cNvPr>
          <p:cNvSpPr>
            <a:spLocks noEditPoints="1"/>
          </p:cNvSpPr>
          <p:nvPr/>
        </p:nvSpPr>
        <p:spPr bwMode="auto">
          <a:xfrm>
            <a:off x="877699" y="3509913"/>
            <a:ext cx="1914031" cy="2460394"/>
          </a:xfrm>
          <a:custGeom>
            <a:avLst/>
            <a:gdLst>
              <a:gd name="T0" fmla="*/ 828 w 916"/>
              <a:gd name="T1" fmla="*/ 1176 h 1176"/>
              <a:gd name="T2" fmla="*/ 89 w 916"/>
              <a:gd name="T3" fmla="*/ 1176 h 1176"/>
              <a:gd name="T4" fmla="*/ 26 w 916"/>
              <a:gd name="T5" fmla="*/ 1149 h 1176"/>
              <a:gd name="T6" fmla="*/ 0 w 916"/>
              <a:gd name="T7" fmla="*/ 1085 h 1176"/>
              <a:gd name="T8" fmla="*/ 25 w 916"/>
              <a:gd name="T9" fmla="*/ 86 h 1176"/>
              <a:gd name="T10" fmla="*/ 114 w 916"/>
              <a:gd name="T11" fmla="*/ 0 h 1176"/>
              <a:gd name="T12" fmla="*/ 828 w 916"/>
              <a:gd name="T13" fmla="*/ 0 h 1176"/>
              <a:gd name="T14" fmla="*/ 916 w 916"/>
              <a:gd name="T15" fmla="*/ 88 h 1176"/>
              <a:gd name="T16" fmla="*/ 916 w 916"/>
              <a:gd name="T17" fmla="*/ 1087 h 1176"/>
              <a:gd name="T18" fmla="*/ 828 w 916"/>
              <a:gd name="T19" fmla="*/ 1176 h 1176"/>
              <a:gd name="T20" fmla="*/ 114 w 916"/>
              <a:gd name="T21" fmla="*/ 8 h 1176"/>
              <a:gd name="T22" fmla="*/ 34 w 916"/>
              <a:gd name="T23" fmla="*/ 86 h 1176"/>
              <a:gd name="T24" fmla="*/ 9 w 916"/>
              <a:gd name="T25" fmla="*/ 1086 h 1176"/>
              <a:gd name="T26" fmla="*/ 32 w 916"/>
              <a:gd name="T27" fmla="*/ 1143 h 1176"/>
              <a:gd name="T28" fmla="*/ 89 w 916"/>
              <a:gd name="T29" fmla="*/ 1168 h 1176"/>
              <a:gd name="T30" fmla="*/ 828 w 916"/>
              <a:gd name="T31" fmla="*/ 1168 h 1176"/>
              <a:gd name="T32" fmla="*/ 908 w 916"/>
              <a:gd name="T33" fmla="*/ 1087 h 1176"/>
              <a:gd name="T34" fmla="*/ 908 w 916"/>
              <a:gd name="T35" fmla="*/ 88 h 1176"/>
              <a:gd name="T36" fmla="*/ 828 w 916"/>
              <a:gd name="T37" fmla="*/ 8 h 1176"/>
              <a:gd name="T38" fmla="*/ 114 w 916"/>
              <a:gd name="T39" fmla="*/ 8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16" h="1176">
                <a:moveTo>
                  <a:pt x="828" y="1176"/>
                </a:moveTo>
                <a:cubicBezTo>
                  <a:pt x="89" y="1176"/>
                  <a:pt x="89" y="1176"/>
                  <a:pt x="89" y="1176"/>
                </a:cubicBezTo>
                <a:cubicBezTo>
                  <a:pt x="65" y="1176"/>
                  <a:pt x="42" y="1167"/>
                  <a:pt x="26" y="1149"/>
                </a:cubicBezTo>
                <a:cubicBezTo>
                  <a:pt x="9" y="1132"/>
                  <a:pt x="0" y="1109"/>
                  <a:pt x="0" y="1085"/>
                </a:cubicBezTo>
                <a:cubicBezTo>
                  <a:pt x="25" y="86"/>
                  <a:pt x="25" y="86"/>
                  <a:pt x="25" y="86"/>
                </a:cubicBezTo>
                <a:cubicBezTo>
                  <a:pt x="26" y="38"/>
                  <a:pt x="65" y="0"/>
                  <a:pt x="114" y="0"/>
                </a:cubicBezTo>
                <a:cubicBezTo>
                  <a:pt x="828" y="0"/>
                  <a:pt x="828" y="0"/>
                  <a:pt x="828" y="0"/>
                </a:cubicBezTo>
                <a:cubicBezTo>
                  <a:pt x="877" y="0"/>
                  <a:pt x="916" y="39"/>
                  <a:pt x="916" y="88"/>
                </a:cubicBezTo>
                <a:cubicBezTo>
                  <a:pt x="916" y="1087"/>
                  <a:pt x="916" y="1087"/>
                  <a:pt x="916" y="1087"/>
                </a:cubicBezTo>
                <a:cubicBezTo>
                  <a:pt x="916" y="1136"/>
                  <a:pt x="877" y="1176"/>
                  <a:pt x="828" y="1176"/>
                </a:cubicBezTo>
                <a:close/>
                <a:moveTo>
                  <a:pt x="114" y="8"/>
                </a:moveTo>
                <a:cubicBezTo>
                  <a:pt x="70" y="8"/>
                  <a:pt x="35" y="42"/>
                  <a:pt x="34" y="86"/>
                </a:cubicBezTo>
                <a:cubicBezTo>
                  <a:pt x="9" y="1086"/>
                  <a:pt x="9" y="1086"/>
                  <a:pt x="9" y="1086"/>
                </a:cubicBezTo>
                <a:cubicBezTo>
                  <a:pt x="8" y="1107"/>
                  <a:pt x="16" y="1128"/>
                  <a:pt x="32" y="1143"/>
                </a:cubicBezTo>
                <a:cubicBezTo>
                  <a:pt x="47" y="1159"/>
                  <a:pt x="67" y="1168"/>
                  <a:pt x="89" y="1168"/>
                </a:cubicBezTo>
                <a:cubicBezTo>
                  <a:pt x="828" y="1168"/>
                  <a:pt x="828" y="1168"/>
                  <a:pt x="828" y="1168"/>
                </a:cubicBezTo>
                <a:cubicBezTo>
                  <a:pt x="872" y="1168"/>
                  <a:pt x="908" y="1132"/>
                  <a:pt x="908" y="1087"/>
                </a:cubicBezTo>
                <a:cubicBezTo>
                  <a:pt x="908" y="88"/>
                  <a:pt x="908" y="88"/>
                  <a:pt x="908" y="88"/>
                </a:cubicBezTo>
                <a:cubicBezTo>
                  <a:pt x="908" y="44"/>
                  <a:pt x="872" y="8"/>
                  <a:pt x="828" y="8"/>
                </a:cubicBezTo>
                <a:lnTo>
                  <a:pt x="114" y="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474A9708-C4F7-3FF8-95A0-A29431F20FDC}"/>
              </a:ext>
            </a:extLst>
          </p:cNvPr>
          <p:cNvSpPr>
            <a:spLocks noEditPoints="1"/>
          </p:cNvSpPr>
          <p:nvPr/>
        </p:nvSpPr>
        <p:spPr bwMode="auto">
          <a:xfrm>
            <a:off x="2041803" y="2204811"/>
            <a:ext cx="1854107" cy="2459514"/>
          </a:xfrm>
          <a:custGeom>
            <a:avLst/>
            <a:gdLst>
              <a:gd name="T0" fmla="*/ 761 w 887"/>
              <a:gd name="T1" fmla="*/ 1176 h 1176"/>
              <a:gd name="T2" fmla="*/ 88 w 887"/>
              <a:gd name="T3" fmla="*/ 1176 h 1176"/>
              <a:gd name="T4" fmla="*/ 0 w 887"/>
              <a:gd name="T5" fmla="*/ 1087 h 1176"/>
              <a:gd name="T6" fmla="*/ 0 w 887"/>
              <a:gd name="T7" fmla="*/ 88 h 1176"/>
              <a:gd name="T8" fmla="*/ 88 w 887"/>
              <a:gd name="T9" fmla="*/ 0 h 1176"/>
              <a:gd name="T10" fmla="*/ 797 w 887"/>
              <a:gd name="T11" fmla="*/ 0 h 1176"/>
              <a:gd name="T12" fmla="*/ 861 w 887"/>
              <a:gd name="T13" fmla="*/ 27 h 1176"/>
              <a:gd name="T14" fmla="*/ 886 w 887"/>
              <a:gd name="T15" fmla="*/ 91 h 1176"/>
              <a:gd name="T16" fmla="*/ 850 w 887"/>
              <a:gd name="T17" fmla="*/ 1090 h 1176"/>
              <a:gd name="T18" fmla="*/ 761 w 887"/>
              <a:gd name="T19" fmla="*/ 1176 h 1176"/>
              <a:gd name="T20" fmla="*/ 88 w 887"/>
              <a:gd name="T21" fmla="*/ 8 h 1176"/>
              <a:gd name="T22" fmla="*/ 8 w 887"/>
              <a:gd name="T23" fmla="*/ 88 h 1176"/>
              <a:gd name="T24" fmla="*/ 8 w 887"/>
              <a:gd name="T25" fmla="*/ 1087 h 1176"/>
              <a:gd name="T26" fmla="*/ 88 w 887"/>
              <a:gd name="T27" fmla="*/ 1167 h 1176"/>
              <a:gd name="T28" fmla="*/ 761 w 887"/>
              <a:gd name="T29" fmla="*/ 1167 h 1176"/>
              <a:gd name="T30" fmla="*/ 842 w 887"/>
              <a:gd name="T31" fmla="*/ 1090 h 1176"/>
              <a:gd name="T32" fmla="*/ 877 w 887"/>
              <a:gd name="T33" fmla="*/ 91 h 1176"/>
              <a:gd name="T34" fmla="*/ 855 w 887"/>
              <a:gd name="T35" fmla="*/ 32 h 1176"/>
              <a:gd name="T36" fmla="*/ 797 w 887"/>
              <a:gd name="T37" fmla="*/ 8 h 1176"/>
              <a:gd name="T38" fmla="*/ 88 w 887"/>
              <a:gd name="T39" fmla="*/ 8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87" h="1176">
                <a:moveTo>
                  <a:pt x="761" y="1176"/>
                </a:moveTo>
                <a:cubicBezTo>
                  <a:pt x="88" y="1176"/>
                  <a:pt x="88" y="1176"/>
                  <a:pt x="88" y="1176"/>
                </a:cubicBezTo>
                <a:cubicBezTo>
                  <a:pt x="39" y="1176"/>
                  <a:pt x="0" y="1136"/>
                  <a:pt x="0" y="1087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39"/>
                  <a:pt x="39" y="0"/>
                  <a:pt x="88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822" y="0"/>
                  <a:pt x="844" y="9"/>
                  <a:pt x="861" y="27"/>
                </a:cubicBezTo>
                <a:cubicBezTo>
                  <a:pt x="878" y="44"/>
                  <a:pt x="887" y="67"/>
                  <a:pt x="886" y="91"/>
                </a:cubicBezTo>
                <a:cubicBezTo>
                  <a:pt x="850" y="1090"/>
                  <a:pt x="850" y="1090"/>
                  <a:pt x="850" y="1090"/>
                </a:cubicBezTo>
                <a:cubicBezTo>
                  <a:pt x="848" y="1138"/>
                  <a:pt x="809" y="1176"/>
                  <a:pt x="761" y="1176"/>
                </a:cubicBezTo>
                <a:close/>
                <a:moveTo>
                  <a:pt x="88" y="8"/>
                </a:moveTo>
                <a:cubicBezTo>
                  <a:pt x="44" y="8"/>
                  <a:pt x="8" y="44"/>
                  <a:pt x="8" y="88"/>
                </a:cubicBezTo>
                <a:cubicBezTo>
                  <a:pt x="8" y="1087"/>
                  <a:pt x="8" y="1087"/>
                  <a:pt x="8" y="1087"/>
                </a:cubicBezTo>
                <a:cubicBezTo>
                  <a:pt x="8" y="1131"/>
                  <a:pt x="44" y="1167"/>
                  <a:pt x="88" y="1167"/>
                </a:cubicBezTo>
                <a:cubicBezTo>
                  <a:pt x="761" y="1167"/>
                  <a:pt x="761" y="1167"/>
                  <a:pt x="761" y="1167"/>
                </a:cubicBezTo>
                <a:cubicBezTo>
                  <a:pt x="805" y="1167"/>
                  <a:pt x="840" y="1133"/>
                  <a:pt x="842" y="1090"/>
                </a:cubicBezTo>
                <a:cubicBezTo>
                  <a:pt x="877" y="91"/>
                  <a:pt x="877" y="91"/>
                  <a:pt x="877" y="91"/>
                </a:cubicBezTo>
                <a:cubicBezTo>
                  <a:pt x="878" y="69"/>
                  <a:pt x="870" y="48"/>
                  <a:pt x="855" y="32"/>
                </a:cubicBezTo>
                <a:cubicBezTo>
                  <a:pt x="840" y="17"/>
                  <a:pt x="819" y="8"/>
                  <a:pt x="797" y="8"/>
                </a:cubicBezTo>
                <a:lnTo>
                  <a:pt x="88" y="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81BF1417-9DC0-C260-DF34-21880B44E21A}"/>
              </a:ext>
            </a:extLst>
          </p:cNvPr>
          <p:cNvSpPr>
            <a:spLocks/>
          </p:cNvSpPr>
          <p:nvPr/>
        </p:nvSpPr>
        <p:spPr bwMode="auto">
          <a:xfrm>
            <a:off x="996664" y="2329945"/>
            <a:ext cx="2762654" cy="3529326"/>
          </a:xfrm>
          <a:custGeom>
            <a:avLst/>
            <a:gdLst>
              <a:gd name="T0" fmla="*/ 1189 w 1322"/>
              <a:gd name="T1" fmla="*/ 1687 h 1687"/>
              <a:gd name="T2" fmla="*/ 86 w 1322"/>
              <a:gd name="T3" fmla="*/ 1687 h 1687"/>
              <a:gd name="T4" fmla="*/ 2 w 1322"/>
              <a:gd name="T5" fmla="*/ 1600 h 1687"/>
              <a:gd name="T6" fmla="*/ 49 w 1322"/>
              <a:gd name="T7" fmla="*/ 82 h 1687"/>
              <a:gd name="T8" fmla="*/ 133 w 1322"/>
              <a:gd name="T9" fmla="*/ 0 h 1687"/>
              <a:gd name="T10" fmla="*/ 1236 w 1322"/>
              <a:gd name="T11" fmla="*/ 0 h 1687"/>
              <a:gd name="T12" fmla="*/ 1321 w 1322"/>
              <a:gd name="T13" fmla="*/ 87 h 1687"/>
              <a:gd name="T14" fmla="*/ 1273 w 1322"/>
              <a:gd name="T15" fmla="*/ 1605 h 1687"/>
              <a:gd name="T16" fmla="*/ 1189 w 1322"/>
              <a:gd name="T17" fmla="*/ 1687 h 1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2" h="1687">
                <a:moveTo>
                  <a:pt x="1189" y="1687"/>
                </a:moveTo>
                <a:cubicBezTo>
                  <a:pt x="86" y="1687"/>
                  <a:pt x="86" y="1687"/>
                  <a:pt x="86" y="1687"/>
                </a:cubicBezTo>
                <a:cubicBezTo>
                  <a:pt x="38" y="1687"/>
                  <a:pt x="0" y="1648"/>
                  <a:pt x="2" y="1600"/>
                </a:cubicBezTo>
                <a:cubicBezTo>
                  <a:pt x="49" y="82"/>
                  <a:pt x="49" y="82"/>
                  <a:pt x="49" y="82"/>
                </a:cubicBezTo>
                <a:cubicBezTo>
                  <a:pt x="50" y="37"/>
                  <a:pt x="88" y="0"/>
                  <a:pt x="133" y="0"/>
                </a:cubicBezTo>
                <a:cubicBezTo>
                  <a:pt x="1236" y="0"/>
                  <a:pt x="1236" y="0"/>
                  <a:pt x="1236" y="0"/>
                </a:cubicBezTo>
                <a:cubicBezTo>
                  <a:pt x="1284" y="0"/>
                  <a:pt x="1322" y="40"/>
                  <a:pt x="1321" y="87"/>
                </a:cubicBezTo>
                <a:cubicBezTo>
                  <a:pt x="1273" y="1605"/>
                  <a:pt x="1273" y="1605"/>
                  <a:pt x="1273" y="1605"/>
                </a:cubicBezTo>
                <a:cubicBezTo>
                  <a:pt x="1272" y="1651"/>
                  <a:pt x="1235" y="1687"/>
                  <a:pt x="1189" y="16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3DBB6AE6-4A91-E2AB-D297-B95B0FEB2892}"/>
              </a:ext>
            </a:extLst>
          </p:cNvPr>
          <p:cNvSpPr>
            <a:spLocks/>
          </p:cNvSpPr>
          <p:nvPr/>
        </p:nvSpPr>
        <p:spPr bwMode="auto">
          <a:xfrm>
            <a:off x="1281301" y="1524406"/>
            <a:ext cx="2348478" cy="1105159"/>
          </a:xfrm>
          <a:custGeom>
            <a:avLst/>
            <a:gdLst>
              <a:gd name="T0" fmla="*/ 1096 w 1124"/>
              <a:gd name="T1" fmla="*/ 0 h 379"/>
              <a:gd name="T2" fmla="*/ 44 w 1124"/>
              <a:gd name="T3" fmla="*/ 0 h 379"/>
              <a:gd name="T4" fmla="*/ 17 w 1124"/>
              <a:gd name="T5" fmla="*/ 26 h 379"/>
              <a:gd name="T6" fmla="*/ 1 w 1124"/>
              <a:gd name="T7" fmla="*/ 350 h 379"/>
              <a:gd name="T8" fmla="*/ 28 w 1124"/>
              <a:gd name="T9" fmla="*/ 379 h 379"/>
              <a:gd name="T10" fmla="*/ 1080 w 1124"/>
              <a:gd name="T11" fmla="*/ 379 h 379"/>
              <a:gd name="T12" fmla="*/ 1108 w 1124"/>
              <a:gd name="T13" fmla="*/ 352 h 379"/>
              <a:gd name="T14" fmla="*/ 1123 w 1124"/>
              <a:gd name="T15" fmla="*/ 29 h 379"/>
              <a:gd name="T16" fmla="*/ 1096 w 1124"/>
              <a:gd name="T17" fmla="*/ 0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24" h="379">
                <a:moveTo>
                  <a:pt x="1096" y="0"/>
                </a:moveTo>
                <a:cubicBezTo>
                  <a:pt x="44" y="0"/>
                  <a:pt x="44" y="0"/>
                  <a:pt x="44" y="0"/>
                </a:cubicBezTo>
                <a:cubicBezTo>
                  <a:pt x="30" y="0"/>
                  <a:pt x="18" y="11"/>
                  <a:pt x="17" y="26"/>
                </a:cubicBezTo>
                <a:cubicBezTo>
                  <a:pt x="1" y="350"/>
                  <a:pt x="1" y="350"/>
                  <a:pt x="1" y="350"/>
                </a:cubicBezTo>
                <a:cubicBezTo>
                  <a:pt x="0" y="365"/>
                  <a:pt x="13" y="379"/>
                  <a:pt x="28" y="379"/>
                </a:cubicBezTo>
                <a:cubicBezTo>
                  <a:pt x="1080" y="379"/>
                  <a:pt x="1080" y="379"/>
                  <a:pt x="1080" y="379"/>
                </a:cubicBezTo>
                <a:cubicBezTo>
                  <a:pt x="1095" y="379"/>
                  <a:pt x="1107" y="367"/>
                  <a:pt x="1108" y="352"/>
                </a:cubicBezTo>
                <a:cubicBezTo>
                  <a:pt x="1123" y="29"/>
                  <a:pt x="1123" y="29"/>
                  <a:pt x="1123" y="29"/>
                </a:cubicBezTo>
                <a:cubicBezTo>
                  <a:pt x="1124" y="13"/>
                  <a:pt x="1112" y="0"/>
                  <a:pt x="10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480C9-6681-0393-29B4-E262407A9FC6}"/>
              </a:ext>
            </a:extLst>
          </p:cNvPr>
          <p:cNvSpPr/>
          <p:nvPr/>
        </p:nvSpPr>
        <p:spPr>
          <a:xfrm>
            <a:off x="1405625" y="3789109"/>
            <a:ext cx="1799062" cy="1668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Best value packs available with Airtel, don’t have to look for any other option</a:t>
            </a:r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42AA65F8-17AD-AA28-CBB3-41A6C80A9ED6}"/>
              </a:ext>
            </a:extLst>
          </p:cNvPr>
          <p:cNvSpPr>
            <a:spLocks noEditPoints="1"/>
          </p:cNvSpPr>
          <p:nvPr/>
        </p:nvSpPr>
        <p:spPr bwMode="auto">
          <a:xfrm>
            <a:off x="4588128" y="3509913"/>
            <a:ext cx="1914031" cy="2460394"/>
          </a:xfrm>
          <a:custGeom>
            <a:avLst/>
            <a:gdLst>
              <a:gd name="T0" fmla="*/ 828 w 916"/>
              <a:gd name="T1" fmla="*/ 1176 h 1176"/>
              <a:gd name="T2" fmla="*/ 89 w 916"/>
              <a:gd name="T3" fmla="*/ 1176 h 1176"/>
              <a:gd name="T4" fmla="*/ 26 w 916"/>
              <a:gd name="T5" fmla="*/ 1149 h 1176"/>
              <a:gd name="T6" fmla="*/ 0 w 916"/>
              <a:gd name="T7" fmla="*/ 1085 h 1176"/>
              <a:gd name="T8" fmla="*/ 25 w 916"/>
              <a:gd name="T9" fmla="*/ 86 h 1176"/>
              <a:gd name="T10" fmla="*/ 114 w 916"/>
              <a:gd name="T11" fmla="*/ 0 h 1176"/>
              <a:gd name="T12" fmla="*/ 828 w 916"/>
              <a:gd name="T13" fmla="*/ 0 h 1176"/>
              <a:gd name="T14" fmla="*/ 916 w 916"/>
              <a:gd name="T15" fmla="*/ 88 h 1176"/>
              <a:gd name="T16" fmla="*/ 916 w 916"/>
              <a:gd name="T17" fmla="*/ 1087 h 1176"/>
              <a:gd name="T18" fmla="*/ 828 w 916"/>
              <a:gd name="T19" fmla="*/ 1176 h 1176"/>
              <a:gd name="T20" fmla="*/ 114 w 916"/>
              <a:gd name="T21" fmla="*/ 8 h 1176"/>
              <a:gd name="T22" fmla="*/ 34 w 916"/>
              <a:gd name="T23" fmla="*/ 86 h 1176"/>
              <a:gd name="T24" fmla="*/ 9 w 916"/>
              <a:gd name="T25" fmla="*/ 1086 h 1176"/>
              <a:gd name="T26" fmla="*/ 32 w 916"/>
              <a:gd name="T27" fmla="*/ 1143 h 1176"/>
              <a:gd name="T28" fmla="*/ 89 w 916"/>
              <a:gd name="T29" fmla="*/ 1168 h 1176"/>
              <a:gd name="T30" fmla="*/ 828 w 916"/>
              <a:gd name="T31" fmla="*/ 1168 h 1176"/>
              <a:gd name="T32" fmla="*/ 908 w 916"/>
              <a:gd name="T33" fmla="*/ 1087 h 1176"/>
              <a:gd name="T34" fmla="*/ 908 w 916"/>
              <a:gd name="T35" fmla="*/ 88 h 1176"/>
              <a:gd name="T36" fmla="*/ 828 w 916"/>
              <a:gd name="T37" fmla="*/ 8 h 1176"/>
              <a:gd name="T38" fmla="*/ 114 w 916"/>
              <a:gd name="T39" fmla="*/ 8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16" h="1176">
                <a:moveTo>
                  <a:pt x="828" y="1176"/>
                </a:moveTo>
                <a:cubicBezTo>
                  <a:pt x="89" y="1176"/>
                  <a:pt x="89" y="1176"/>
                  <a:pt x="89" y="1176"/>
                </a:cubicBezTo>
                <a:cubicBezTo>
                  <a:pt x="65" y="1176"/>
                  <a:pt x="42" y="1167"/>
                  <a:pt x="26" y="1149"/>
                </a:cubicBezTo>
                <a:cubicBezTo>
                  <a:pt x="9" y="1132"/>
                  <a:pt x="0" y="1109"/>
                  <a:pt x="0" y="1085"/>
                </a:cubicBezTo>
                <a:cubicBezTo>
                  <a:pt x="25" y="86"/>
                  <a:pt x="25" y="86"/>
                  <a:pt x="25" y="86"/>
                </a:cubicBezTo>
                <a:cubicBezTo>
                  <a:pt x="26" y="38"/>
                  <a:pt x="65" y="0"/>
                  <a:pt x="114" y="0"/>
                </a:cubicBezTo>
                <a:cubicBezTo>
                  <a:pt x="828" y="0"/>
                  <a:pt x="828" y="0"/>
                  <a:pt x="828" y="0"/>
                </a:cubicBezTo>
                <a:cubicBezTo>
                  <a:pt x="877" y="0"/>
                  <a:pt x="916" y="39"/>
                  <a:pt x="916" y="88"/>
                </a:cubicBezTo>
                <a:cubicBezTo>
                  <a:pt x="916" y="1087"/>
                  <a:pt x="916" y="1087"/>
                  <a:pt x="916" y="1087"/>
                </a:cubicBezTo>
                <a:cubicBezTo>
                  <a:pt x="916" y="1136"/>
                  <a:pt x="877" y="1176"/>
                  <a:pt x="828" y="1176"/>
                </a:cubicBezTo>
                <a:close/>
                <a:moveTo>
                  <a:pt x="114" y="8"/>
                </a:moveTo>
                <a:cubicBezTo>
                  <a:pt x="70" y="8"/>
                  <a:pt x="35" y="42"/>
                  <a:pt x="34" y="86"/>
                </a:cubicBezTo>
                <a:cubicBezTo>
                  <a:pt x="9" y="1086"/>
                  <a:pt x="9" y="1086"/>
                  <a:pt x="9" y="1086"/>
                </a:cubicBezTo>
                <a:cubicBezTo>
                  <a:pt x="8" y="1107"/>
                  <a:pt x="16" y="1128"/>
                  <a:pt x="32" y="1143"/>
                </a:cubicBezTo>
                <a:cubicBezTo>
                  <a:pt x="47" y="1159"/>
                  <a:pt x="67" y="1168"/>
                  <a:pt x="89" y="1168"/>
                </a:cubicBezTo>
                <a:cubicBezTo>
                  <a:pt x="828" y="1168"/>
                  <a:pt x="828" y="1168"/>
                  <a:pt x="828" y="1168"/>
                </a:cubicBezTo>
                <a:cubicBezTo>
                  <a:pt x="872" y="1168"/>
                  <a:pt x="908" y="1132"/>
                  <a:pt x="908" y="1087"/>
                </a:cubicBezTo>
                <a:cubicBezTo>
                  <a:pt x="908" y="88"/>
                  <a:pt x="908" y="88"/>
                  <a:pt x="908" y="88"/>
                </a:cubicBezTo>
                <a:cubicBezTo>
                  <a:pt x="908" y="44"/>
                  <a:pt x="872" y="8"/>
                  <a:pt x="828" y="8"/>
                </a:cubicBezTo>
                <a:lnTo>
                  <a:pt x="114" y="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963740AF-1C6D-2B14-5AFA-D9F91082999F}"/>
              </a:ext>
            </a:extLst>
          </p:cNvPr>
          <p:cNvSpPr>
            <a:spLocks noEditPoints="1"/>
          </p:cNvSpPr>
          <p:nvPr/>
        </p:nvSpPr>
        <p:spPr bwMode="auto">
          <a:xfrm>
            <a:off x="5752231" y="2204811"/>
            <a:ext cx="1854107" cy="2459514"/>
          </a:xfrm>
          <a:custGeom>
            <a:avLst/>
            <a:gdLst>
              <a:gd name="T0" fmla="*/ 761 w 887"/>
              <a:gd name="T1" fmla="*/ 1176 h 1176"/>
              <a:gd name="T2" fmla="*/ 88 w 887"/>
              <a:gd name="T3" fmla="*/ 1176 h 1176"/>
              <a:gd name="T4" fmla="*/ 0 w 887"/>
              <a:gd name="T5" fmla="*/ 1087 h 1176"/>
              <a:gd name="T6" fmla="*/ 0 w 887"/>
              <a:gd name="T7" fmla="*/ 88 h 1176"/>
              <a:gd name="T8" fmla="*/ 88 w 887"/>
              <a:gd name="T9" fmla="*/ 0 h 1176"/>
              <a:gd name="T10" fmla="*/ 797 w 887"/>
              <a:gd name="T11" fmla="*/ 0 h 1176"/>
              <a:gd name="T12" fmla="*/ 861 w 887"/>
              <a:gd name="T13" fmla="*/ 27 h 1176"/>
              <a:gd name="T14" fmla="*/ 886 w 887"/>
              <a:gd name="T15" fmla="*/ 91 h 1176"/>
              <a:gd name="T16" fmla="*/ 850 w 887"/>
              <a:gd name="T17" fmla="*/ 1090 h 1176"/>
              <a:gd name="T18" fmla="*/ 761 w 887"/>
              <a:gd name="T19" fmla="*/ 1176 h 1176"/>
              <a:gd name="T20" fmla="*/ 88 w 887"/>
              <a:gd name="T21" fmla="*/ 8 h 1176"/>
              <a:gd name="T22" fmla="*/ 8 w 887"/>
              <a:gd name="T23" fmla="*/ 88 h 1176"/>
              <a:gd name="T24" fmla="*/ 8 w 887"/>
              <a:gd name="T25" fmla="*/ 1087 h 1176"/>
              <a:gd name="T26" fmla="*/ 88 w 887"/>
              <a:gd name="T27" fmla="*/ 1167 h 1176"/>
              <a:gd name="T28" fmla="*/ 761 w 887"/>
              <a:gd name="T29" fmla="*/ 1167 h 1176"/>
              <a:gd name="T30" fmla="*/ 842 w 887"/>
              <a:gd name="T31" fmla="*/ 1090 h 1176"/>
              <a:gd name="T32" fmla="*/ 877 w 887"/>
              <a:gd name="T33" fmla="*/ 91 h 1176"/>
              <a:gd name="T34" fmla="*/ 855 w 887"/>
              <a:gd name="T35" fmla="*/ 32 h 1176"/>
              <a:gd name="T36" fmla="*/ 797 w 887"/>
              <a:gd name="T37" fmla="*/ 8 h 1176"/>
              <a:gd name="T38" fmla="*/ 88 w 887"/>
              <a:gd name="T39" fmla="*/ 8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87" h="1176">
                <a:moveTo>
                  <a:pt x="761" y="1176"/>
                </a:moveTo>
                <a:cubicBezTo>
                  <a:pt x="88" y="1176"/>
                  <a:pt x="88" y="1176"/>
                  <a:pt x="88" y="1176"/>
                </a:cubicBezTo>
                <a:cubicBezTo>
                  <a:pt x="39" y="1176"/>
                  <a:pt x="0" y="1136"/>
                  <a:pt x="0" y="1087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39"/>
                  <a:pt x="39" y="0"/>
                  <a:pt x="88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822" y="0"/>
                  <a:pt x="844" y="9"/>
                  <a:pt x="861" y="27"/>
                </a:cubicBezTo>
                <a:cubicBezTo>
                  <a:pt x="878" y="44"/>
                  <a:pt x="887" y="67"/>
                  <a:pt x="886" y="91"/>
                </a:cubicBezTo>
                <a:cubicBezTo>
                  <a:pt x="850" y="1090"/>
                  <a:pt x="850" y="1090"/>
                  <a:pt x="850" y="1090"/>
                </a:cubicBezTo>
                <a:cubicBezTo>
                  <a:pt x="848" y="1138"/>
                  <a:pt x="809" y="1176"/>
                  <a:pt x="761" y="1176"/>
                </a:cubicBezTo>
                <a:close/>
                <a:moveTo>
                  <a:pt x="88" y="8"/>
                </a:moveTo>
                <a:cubicBezTo>
                  <a:pt x="44" y="8"/>
                  <a:pt x="8" y="44"/>
                  <a:pt x="8" y="88"/>
                </a:cubicBezTo>
                <a:cubicBezTo>
                  <a:pt x="8" y="1087"/>
                  <a:pt x="8" y="1087"/>
                  <a:pt x="8" y="1087"/>
                </a:cubicBezTo>
                <a:cubicBezTo>
                  <a:pt x="8" y="1131"/>
                  <a:pt x="44" y="1167"/>
                  <a:pt x="88" y="1167"/>
                </a:cubicBezTo>
                <a:cubicBezTo>
                  <a:pt x="761" y="1167"/>
                  <a:pt x="761" y="1167"/>
                  <a:pt x="761" y="1167"/>
                </a:cubicBezTo>
                <a:cubicBezTo>
                  <a:pt x="805" y="1167"/>
                  <a:pt x="840" y="1133"/>
                  <a:pt x="842" y="1090"/>
                </a:cubicBezTo>
                <a:cubicBezTo>
                  <a:pt x="877" y="91"/>
                  <a:pt x="877" y="91"/>
                  <a:pt x="877" y="91"/>
                </a:cubicBezTo>
                <a:cubicBezTo>
                  <a:pt x="878" y="69"/>
                  <a:pt x="870" y="48"/>
                  <a:pt x="855" y="32"/>
                </a:cubicBezTo>
                <a:cubicBezTo>
                  <a:pt x="840" y="17"/>
                  <a:pt x="819" y="8"/>
                  <a:pt x="797" y="8"/>
                </a:cubicBezTo>
                <a:lnTo>
                  <a:pt x="88" y="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5" name="Freeform 19">
            <a:extLst>
              <a:ext uri="{FF2B5EF4-FFF2-40B4-BE49-F238E27FC236}">
                <a16:creationId xmlns:a16="http://schemas.microsoft.com/office/drawing/2014/main" id="{2E7A995F-8B83-EDA3-022A-1A535C7A5D54}"/>
              </a:ext>
            </a:extLst>
          </p:cNvPr>
          <p:cNvSpPr>
            <a:spLocks/>
          </p:cNvSpPr>
          <p:nvPr/>
        </p:nvSpPr>
        <p:spPr bwMode="auto">
          <a:xfrm>
            <a:off x="4707094" y="2329945"/>
            <a:ext cx="2762654" cy="3529326"/>
          </a:xfrm>
          <a:custGeom>
            <a:avLst/>
            <a:gdLst>
              <a:gd name="T0" fmla="*/ 1189 w 1322"/>
              <a:gd name="T1" fmla="*/ 1687 h 1687"/>
              <a:gd name="T2" fmla="*/ 86 w 1322"/>
              <a:gd name="T3" fmla="*/ 1687 h 1687"/>
              <a:gd name="T4" fmla="*/ 2 w 1322"/>
              <a:gd name="T5" fmla="*/ 1600 h 1687"/>
              <a:gd name="T6" fmla="*/ 49 w 1322"/>
              <a:gd name="T7" fmla="*/ 82 h 1687"/>
              <a:gd name="T8" fmla="*/ 133 w 1322"/>
              <a:gd name="T9" fmla="*/ 0 h 1687"/>
              <a:gd name="T10" fmla="*/ 1236 w 1322"/>
              <a:gd name="T11" fmla="*/ 0 h 1687"/>
              <a:gd name="T12" fmla="*/ 1321 w 1322"/>
              <a:gd name="T13" fmla="*/ 87 h 1687"/>
              <a:gd name="T14" fmla="*/ 1273 w 1322"/>
              <a:gd name="T15" fmla="*/ 1605 h 1687"/>
              <a:gd name="T16" fmla="*/ 1189 w 1322"/>
              <a:gd name="T17" fmla="*/ 1687 h 1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2" h="1687">
                <a:moveTo>
                  <a:pt x="1189" y="1687"/>
                </a:moveTo>
                <a:cubicBezTo>
                  <a:pt x="86" y="1687"/>
                  <a:pt x="86" y="1687"/>
                  <a:pt x="86" y="1687"/>
                </a:cubicBezTo>
                <a:cubicBezTo>
                  <a:pt x="38" y="1687"/>
                  <a:pt x="0" y="1648"/>
                  <a:pt x="2" y="1600"/>
                </a:cubicBezTo>
                <a:cubicBezTo>
                  <a:pt x="49" y="82"/>
                  <a:pt x="49" y="82"/>
                  <a:pt x="49" y="82"/>
                </a:cubicBezTo>
                <a:cubicBezTo>
                  <a:pt x="50" y="37"/>
                  <a:pt x="88" y="0"/>
                  <a:pt x="133" y="0"/>
                </a:cubicBezTo>
                <a:cubicBezTo>
                  <a:pt x="1236" y="0"/>
                  <a:pt x="1236" y="0"/>
                  <a:pt x="1236" y="0"/>
                </a:cubicBezTo>
                <a:cubicBezTo>
                  <a:pt x="1284" y="0"/>
                  <a:pt x="1322" y="40"/>
                  <a:pt x="1321" y="87"/>
                </a:cubicBezTo>
                <a:cubicBezTo>
                  <a:pt x="1273" y="1605"/>
                  <a:pt x="1273" y="1605"/>
                  <a:pt x="1273" y="1605"/>
                </a:cubicBezTo>
                <a:cubicBezTo>
                  <a:pt x="1272" y="1651"/>
                  <a:pt x="1235" y="1687"/>
                  <a:pt x="1189" y="16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6" name="Freeform 20">
            <a:extLst>
              <a:ext uri="{FF2B5EF4-FFF2-40B4-BE49-F238E27FC236}">
                <a16:creationId xmlns:a16="http://schemas.microsoft.com/office/drawing/2014/main" id="{9F497C5A-C666-8A6B-B083-BA6110BE24D3}"/>
              </a:ext>
            </a:extLst>
          </p:cNvPr>
          <p:cNvSpPr>
            <a:spLocks/>
          </p:cNvSpPr>
          <p:nvPr/>
        </p:nvSpPr>
        <p:spPr bwMode="auto">
          <a:xfrm>
            <a:off x="4991731" y="1524406"/>
            <a:ext cx="2348478" cy="1105159"/>
          </a:xfrm>
          <a:custGeom>
            <a:avLst/>
            <a:gdLst>
              <a:gd name="T0" fmla="*/ 1096 w 1124"/>
              <a:gd name="T1" fmla="*/ 0 h 379"/>
              <a:gd name="T2" fmla="*/ 44 w 1124"/>
              <a:gd name="T3" fmla="*/ 0 h 379"/>
              <a:gd name="T4" fmla="*/ 17 w 1124"/>
              <a:gd name="T5" fmla="*/ 26 h 379"/>
              <a:gd name="T6" fmla="*/ 1 w 1124"/>
              <a:gd name="T7" fmla="*/ 350 h 379"/>
              <a:gd name="T8" fmla="*/ 28 w 1124"/>
              <a:gd name="T9" fmla="*/ 379 h 379"/>
              <a:gd name="T10" fmla="*/ 1080 w 1124"/>
              <a:gd name="T11" fmla="*/ 379 h 379"/>
              <a:gd name="T12" fmla="*/ 1108 w 1124"/>
              <a:gd name="T13" fmla="*/ 352 h 379"/>
              <a:gd name="T14" fmla="*/ 1123 w 1124"/>
              <a:gd name="T15" fmla="*/ 29 h 379"/>
              <a:gd name="T16" fmla="*/ 1096 w 1124"/>
              <a:gd name="T17" fmla="*/ 0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24" h="379">
                <a:moveTo>
                  <a:pt x="1096" y="0"/>
                </a:moveTo>
                <a:cubicBezTo>
                  <a:pt x="44" y="0"/>
                  <a:pt x="44" y="0"/>
                  <a:pt x="44" y="0"/>
                </a:cubicBezTo>
                <a:cubicBezTo>
                  <a:pt x="30" y="0"/>
                  <a:pt x="18" y="11"/>
                  <a:pt x="17" y="26"/>
                </a:cubicBezTo>
                <a:cubicBezTo>
                  <a:pt x="1" y="350"/>
                  <a:pt x="1" y="350"/>
                  <a:pt x="1" y="350"/>
                </a:cubicBezTo>
                <a:cubicBezTo>
                  <a:pt x="0" y="365"/>
                  <a:pt x="13" y="379"/>
                  <a:pt x="28" y="379"/>
                </a:cubicBezTo>
                <a:cubicBezTo>
                  <a:pt x="1080" y="379"/>
                  <a:pt x="1080" y="379"/>
                  <a:pt x="1080" y="379"/>
                </a:cubicBezTo>
                <a:cubicBezTo>
                  <a:pt x="1095" y="379"/>
                  <a:pt x="1107" y="367"/>
                  <a:pt x="1108" y="352"/>
                </a:cubicBezTo>
                <a:cubicBezTo>
                  <a:pt x="1123" y="29"/>
                  <a:pt x="1123" y="29"/>
                  <a:pt x="1123" y="29"/>
                </a:cubicBezTo>
                <a:cubicBezTo>
                  <a:pt x="1124" y="13"/>
                  <a:pt x="1112" y="0"/>
                  <a:pt x="1096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BB01A-0881-2DA6-EADF-201EBE37840F}"/>
              </a:ext>
            </a:extLst>
          </p:cNvPr>
          <p:cNvSpPr/>
          <p:nvPr/>
        </p:nvSpPr>
        <p:spPr>
          <a:xfrm>
            <a:off x="5104499" y="3786598"/>
            <a:ext cx="1960974" cy="1668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Great flexibility, buy now and pack gets Auto Activated when you land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8E69A84-8D29-2D0C-4AE9-588F23D7C21A}"/>
              </a:ext>
            </a:extLst>
          </p:cNvPr>
          <p:cNvSpPr>
            <a:spLocks noEditPoints="1"/>
          </p:cNvSpPr>
          <p:nvPr/>
        </p:nvSpPr>
        <p:spPr bwMode="auto">
          <a:xfrm>
            <a:off x="8298557" y="3509913"/>
            <a:ext cx="1914031" cy="2460394"/>
          </a:xfrm>
          <a:custGeom>
            <a:avLst/>
            <a:gdLst>
              <a:gd name="T0" fmla="*/ 828 w 916"/>
              <a:gd name="T1" fmla="*/ 1176 h 1176"/>
              <a:gd name="T2" fmla="*/ 89 w 916"/>
              <a:gd name="T3" fmla="*/ 1176 h 1176"/>
              <a:gd name="T4" fmla="*/ 26 w 916"/>
              <a:gd name="T5" fmla="*/ 1149 h 1176"/>
              <a:gd name="T6" fmla="*/ 0 w 916"/>
              <a:gd name="T7" fmla="*/ 1085 h 1176"/>
              <a:gd name="T8" fmla="*/ 25 w 916"/>
              <a:gd name="T9" fmla="*/ 86 h 1176"/>
              <a:gd name="T10" fmla="*/ 114 w 916"/>
              <a:gd name="T11" fmla="*/ 0 h 1176"/>
              <a:gd name="T12" fmla="*/ 828 w 916"/>
              <a:gd name="T13" fmla="*/ 0 h 1176"/>
              <a:gd name="T14" fmla="*/ 916 w 916"/>
              <a:gd name="T15" fmla="*/ 88 h 1176"/>
              <a:gd name="T16" fmla="*/ 916 w 916"/>
              <a:gd name="T17" fmla="*/ 1087 h 1176"/>
              <a:gd name="T18" fmla="*/ 828 w 916"/>
              <a:gd name="T19" fmla="*/ 1176 h 1176"/>
              <a:gd name="T20" fmla="*/ 114 w 916"/>
              <a:gd name="T21" fmla="*/ 8 h 1176"/>
              <a:gd name="T22" fmla="*/ 34 w 916"/>
              <a:gd name="T23" fmla="*/ 86 h 1176"/>
              <a:gd name="T24" fmla="*/ 9 w 916"/>
              <a:gd name="T25" fmla="*/ 1086 h 1176"/>
              <a:gd name="T26" fmla="*/ 32 w 916"/>
              <a:gd name="T27" fmla="*/ 1143 h 1176"/>
              <a:gd name="T28" fmla="*/ 89 w 916"/>
              <a:gd name="T29" fmla="*/ 1168 h 1176"/>
              <a:gd name="T30" fmla="*/ 828 w 916"/>
              <a:gd name="T31" fmla="*/ 1168 h 1176"/>
              <a:gd name="T32" fmla="*/ 908 w 916"/>
              <a:gd name="T33" fmla="*/ 1087 h 1176"/>
              <a:gd name="T34" fmla="*/ 908 w 916"/>
              <a:gd name="T35" fmla="*/ 88 h 1176"/>
              <a:gd name="T36" fmla="*/ 828 w 916"/>
              <a:gd name="T37" fmla="*/ 8 h 1176"/>
              <a:gd name="T38" fmla="*/ 114 w 916"/>
              <a:gd name="T39" fmla="*/ 8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16" h="1176">
                <a:moveTo>
                  <a:pt x="828" y="1176"/>
                </a:moveTo>
                <a:cubicBezTo>
                  <a:pt x="89" y="1176"/>
                  <a:pt x="89" y="1176"/>
                  <a:pt x="89" y="1176"/>
                </a:cubicBezTo>
                <a:cubicBezTo>
                  <a:pt x="65" y="1176"/>
                  <a:pt x="42" y="1167"/>
                  <a:pt x="26" y="1149"/>
                </a:cubicBezTo>
                <a:cubicBezTo>
                  <a:pt x="9" y="1132"/>
                  <a:pt x="0" y="1109"/>
                  <a:pt x="0" y="1085"/>
                </a:cubicBezTo>
                <a:cubicBezTo>
                  <a:pt x="25" y="86"/>
                  <a:pt x="25" y="86"/>
                  <a:pt x="25" y="86"/>
                </a:cubicBezTo>
                <a:cubicBezTo>
                  <a:pt x="26" y="38"/>
                  <a:pt x="65" y="0"/>
                  <a:pt x="114" y="0"/>
                </a:cubicBezTo>
                <a:cubicBezTo>
                  <a:pt x="828" y="0"/>
                  <a:pt x="828" y="0"/>
                  <a:pt x="828" y="0"/>
                </a:cubicBezTo>
                <a:cubicBezTo>
                  <a:pt x="877" y="0"/>
                  <a:pt x="916" y="39"/>
                  <a:pt x="916" y="88"/>
                </a:cubicBezTo>
                <a:cubicBezTo>
                  <a:pt x="916" y="1087"/>
                  <a:pt x="916" y="1087"/>
                  <a:pt x="916" y="1087"/>
                </a:cubicBezTo>
                <a:cubicBezTo>
                  <a:pt x="916" y="1136"/>
                  <a:pt x="877" y="1176"/>
                  <a:pt x="828" y="1176"/>
                </a:cubicBezTo>
                <a:close/>
                <a:moveTo>
                  <a:pt x="114" y="8"/>
                </a:moveTo>
                <a:cubicBezTo>
                  <a:pt x="70" y="8"/>
                  <a:pt x="35" y="42"/>
                  <a:pt x="34" y="86"/>
                </a:cubicBezTo>
                <a:cubicBezTo>
                  <a:pt x="9" y="1086"/>
                  <a:pt x="9" y="1086"/>
                  <a:pt x="9" y="1086"/>
                </a:cubicBezTo>
                <a:cubicBezTo>
                  <a:pt x="8" y="1107"/>
                  <a:pt x="16" y="1128"/>
                  <a:pt x="32" y="1143"/>
                </a:cubicBezTo>
                <a:cubicBezTo>
                  <a:pt x="47" y="1159"/>
                  <a:pt x="67" y="1168"/>
                  <a:pt x="89" y="1168"/>
                </a:cubicBezTo>
                <a:cubicBezTo>
                  <a:pt x="828" y="1168"/>
                  <a:pt x="828" y="1168"/>
                  <a:pt x="828" y="1168"/>
                </a:cubicBezTo>
                <a:cubicBezTo>
                  <a:pt x="872" y="1168"/>
                  <a:pt x="908" y="1132"/>
                  <a:pt x="908" y="1087"/>
                </a:cubicBezTo>
                <a:cubicBezTo>
                  <a:pt x="908" y="88"/>
                  <a:pt x="908" y="88"/>
                  <a:pt x="908" y="88"/>
                </a:cubicBezTo>
                <a:cubicBezTo>
                  <a:pt x="908" y="44"/>
                  <a:pt x="872" y="8"/>
                  <a:pt x="828" y="8"/>
                </a:cubicBezTo>
                <a:lnTo>
                  <a:pt x="114" y="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226B2C24-406D-14AA-6982-862B643AE41B}"/>
              </a:ext>
            </a:extLst>
          </p:cNvPr>
          <p:cNvSpPr>
            <a:spLocks noEditPoints="1"/>
          </p:cNvSpPr>
          <p:nvPr/>
        </p:nvSpPr>
        <p:spPr bwMode="auto">
          <a:xfrm>
            <a:off x="9462659" y="2204811"/>
            <a:ext cx="1854107" cy="2459514"/>
          </a:xfrm>
          <a:custGeom>
            <a:avLst/>
            <a:gdLst>
              <a:gd name="T0" fmla="*/ 761 w 887"/>
              <a:gd name="T1" fmla="*/ 1176 h 1176"/>
              <a:gd name="T2" fmla="*/ 88 w 887"/>
              <a:gd name="T3" fmla="*/ 1176 h 1176"/>
              <a:gd name="T4" fmla="*/ 0 w 887"/>
              <a:gd name="T5" fmla="*/ 1087 h 1176"/>
              <a:gd name="T6" fmla="*/ 0 w 887"/>
              <a:gd name="T7" fmla="*/ 88 h 1176"/>
              <a:gd name="T8" fmla="*/ 88 w 887"/>
              <a:gd name="T9" fmla="*/ 0 h 1176"/>
              <a:gd name="T10" fmla="*/ 797 w 887"/>
              <a:gd name="T11" fmla="*/ 0 h 1176"/>
              <a:gd name="T12" fmla="*/ 861 w 887"/>
              <a:gd name="T13" fmla="*/ 27 h 1176"/>
              <a:gd name="T14" fmla="*/ 886 w 887"/>
              <a:gd name="T15" fmla="*/ 91 h 1176"/>
              <a:gd name="T16" fmla="*/ 850 w 887"/>
              <a:gd name="T17" fmla="*/ 1090 h 1176"/>
              <a:gd name="T18" fmla="*/ 761 w 887"/>
              <a:gd name="T19" fmla="*/ 1176 h 1176"/>
              <a:gd name="T20" fmla="*/ 88 w 887"/>
              <a:gd name="T21" fmla="*/ 8 h 1176"/>
              <a:gd name="T22" fmla="*/ 8 w 887"/>
              <a:gd name="T23" fmla="*/ 88 h 1176"/>
              <a:gd name="T24" fmla="*/ 8 w 887"/>
              <a:gd name="T25" fmla="*/ 1087 h 1176"/>
              <a:gd name="T26" fmla="*/ 88 w 887"/>
              <a:gd name="T27" fmla="*/ 1167 h 1176"/>
              <a:gd name="T28" fmla="*/ 761 w 887"/>
              <a:gd name="T29" fmla="*/ 1167 h 1176"/>
              <a:gd name="T30" fmla="*/ 842 w 887"/>
              <a:gd name="T31" fmla="*/ 1090 h 1176"/>
              <a:gd name="T32" fmla="*/ 877 w 887"/>
              <a:gd name="T33" fmla="*/ 91 h 1176"/>
              <a:gd name="T34" fmla="*/ 855 w 887"/>
              <a:gd name="T35" fmla="*/ 32 h 1176"/>
              <a:gd name="T36" fmla="*/ 797 w 887"/>
              <a:gd name="T37" fmla="*/ 8 h 1176"/>
              <a:gd name="T38" fmla="*/ 88 w 887"/>
              <a:gd name="T39" fmla="*/ 8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87" h="1176">
                <a:moveTo>
                  <a:pt x="761" y="1176"/>
                </a:moveTo>
                <a:cubicBezTo>
                  <a:pt x="88" y="1176"/>
                  <a:pt x="88" y="1176"/>
                  <a:pt x="88" y="1176"/>
                </a:cubicBezTo>
                <a:cubicBezTo>
                  <a:pt x="39" y="1176"/>
                  <a:pt x="0" y="1136"/>
                  <a:pt x="0" y="1087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39"/>
                  <a:pt x="39" y="0"/>
                  <a:pt x="88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822" y="0"/>
                  <a:pt x="844" y="9"/>
                  <a:pt x="861" y="27"/>
                </a:cubicBezTo>
                <a:cubicBezTo>
                  <a:pt x="878" y="44"/>
                  <a:pt x="887" y="67"/>
                  <a:pt x="886" y="91"/>
                </a:cubicBezTo>
                <a:cubicBezTo>
                  <a:pt x="850" y="1090"/>
                  <a:pt x="850" y="1090"/>
                  <a:pt x="850" y="1090"/>
                </a:cubicBezTo>
                <a:cubicBezTo>
                  <a:pt x="848" y="1138"/>
                  <a:pt x="809" y="1176"/>
                  <a:pt x="761" y="1176"/>
                </a:cubicBezTo>
                <a:close/>
                <a:moveTo>
                  <a:pt x="88" y="8"/>
                </a:moveTo>
                <a:cubicBezTo>
                  <a:pt x="44" y="8"/>
                  <a:pt x="8" y="44"/>
                  <a:pt x="8" y="88"/>
                </a:cubicBezTo>
                <a:cubicBezTo>
                  <a:pt x="8" y="1087"/>
                  <a:pt x="8" y="1087"/>
                  <a:pt x="8" y="1087"/>
                </a:cubicBezTo>
                <a:cubicBezTo>
                  <a:pt x="8" y="1131"/>
                  <a:pt x="44" y="1167"/>
                  <a:pt x="88" y="1167"/>
                </a:cubicBezTo>
                <a:cubicBezTo>
                  <a:pt x="761" y="1167"/>
                  <a:pt x="761" y="1167"/>
                  <a:pt x="761" y="1167"/>
                </a:cubicBezTo>
                <a:cubicBezTo>
                  <a:pt x="805" y="1167"/>
                  <a:pt x="840" y="1133"/>
                  <a:pt x="842" y="1090"/>
                </a:cubicBezTo>
                <a:cubicBezTo>
                  <a:pt x="877" y="91"/>
                  <a:pt x="877" y="91"/>
                  <a:pt x="877" y="91"/>
                </a:cubicBezTo>
                <a:cubicBezTo>
                  <a:pt x="878" y="69"/>
                  <a:pt x="870" y="48"/>
                  <a:pt x="855" y="32"/>
                </a:cubicBezTo>
                <a:cubicBezTo>
                  <a:pt x="840" y="17"/>
                  <a:pt x="819" y="8"/>
                  <a:pt x="797" y="8"/>
                </a:cubicBezTo>
                <a:lnTo>
                  <a:pt x="88" y="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2BFA1CC4-3EF5-458D-31D1-0E0B75CBFE19}"/>
              </a:ext>
            </a:extLst>
          </p:cNvPr>
          <p:cNvSpPr>
            <a:spLocks/>
          </p:cNvSpPr>
          <p:nvPr/>
        </p:nvSpPr>
        <p:spPr bwMode="auto">
          <a:xfrm>
            <a:off x="8417522" y="2329945"/>
            <a:ext cx="2762654" cy="3529326"/>
          </a:xfrm>
          <a:custGeom>
            <a:avLst/>
            <a:gdLst>
              <a:gd name="T0" fmla="*/ 1189 w 1322"/>
              <a:gd name="T1" fmla="*/ 1687 h 1687"/>
              <a:gd name="T2" fmla="*/ 86 w 1322"/>
              <a:gd name="T3" fmla="*/ 1687 h 1687"/>
              <a:gd name="T4" fmla="*/ 2 w 1322"/>
              <a:gd name="T5" fmla="*/ 1600 h 1687"/>
              <a:gd name="T6" fmla="*/ 49 w 1322"/>
              <a:gd name="T7" fmla="*/ 82 h 1687"/>
              <a:gd name="T8" fmla="*/ 133 w 1322"/>
              <a:gd name="T9" fmla="*/ 0 h 1687"/>
              <a:gd name="T10" fmla="*/ 1236 w 1322"/>
              <a:gd name="T11" fmla="*/ 0 h 1687"/>
              <a:gd name="T12" fmla="*/ 1321 w 1322"/>
              <a:gd name="T13" fmla="*/ 87 h 1687"/>
              <a:gd name="T14" fmla="*/ 1273 w 1322"/>
              <a:gd name="T15" fmla="*/ 1605 h 1687"/>
              <a:gd name="T16" fmla="*/ 1189 w 1322"/>
              <a:gd name="T17" fmla="*/ 1687 h 1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2" h="1687">
                <a:moveTo>
                  <a:pt x="1189" y="1687"/>
                </a:moveTo>
                <a:cubicBezTo>
                  <a:pt x="86" y="1687"/>
                  <a:pt x="86" y="1687"/>
                  <a:pt x="86" y="1687"/>
                </a:cubicBezTo>
                <a:cubicBezTo>
                  <a:pt x="38" y="1687"/>
                  <a:pt x="0" y="1648"/>
                  <a:pt x="2" y="1600"/>
                </a:cubicBezTo>
                <a:cubicBezTo>
                  <a:pt x="49" y="82"/>
                  <a:pt x="49" y="82"/>
                  <a:pt x="49" y="82"/>
                </a:cubicBezTo>
                <a:cubicBezTo>
                  <a:pt x="50" y="37"/>
                  <a:pt x="88" y="0"/>
                  <a:pt x="133" y="0"/>
                </a:cubicBezTo>
                <a:cubicBezTo>
                  <a:pt x="1236" y="0"/>
                  <a:pt x="1236" y="0"/>
                  <a:pt x="1236" y="0"/>
                </a:cubicBezTo>
                <a:cubicBezTo>
                  <a:pt x="1284" y="0"/>
                  <a:pt x="1322" y="40"/>
                  <a:pt x="1321" y="87"/>
                </a:cubicBezTo>
                <a:cubicBezTo>
                  <a:pt x="1273" y="1605"/>
                  <a:pt x="1273" y="1605"/>
                  <a:pt x="1273" y="1605"/>
                </a:cubicBezTo>
                <a:cubicBezTo>
                  <a:pt x="1272" y="1651"/>
                  <a:pt x="1235" y="1687"/>
                  <a:pt x="1189" y="16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F363A6B0-EB4D-C818-B5B2-7EF62B2D6F7F}"/>
              </a:ext>
            </a:extLst>
          </p:cNvPr>
          <p:cNvSpPr>
            <a:spLocks/>
          </p:cNvSpPr>
          <p:nvPr/>
        </p:nvSpPr>
        <p:spPr bwMode="auto">
          <a:xfrm>
            <a:off x="8702161" y="1524406"/>
            <a:ext cx="2348478" cy="1105159"/>
          </a:xfrm>
          <a:custGeom>
            <a:avLst/>
            <a:gdLst>
              <a:gd name="T0" fmla="*/ 1096 w 1124"/>
              <a:gd name="T1" fmla="*/ 0 h 379"/>
              <a:gd name="T2" fmla="*/ 44 w 1124"/>
              <a:gd name="T3" fmla="*/ 0 h 379"/>
              <a:gd name="T4" fmla="*/ 17 w 1124"/>
              <a:gd name="T5" fmla="*/ 26 h 379"/>
              <a:gd name="T6" fmla="*/ 1 w 1124"/>
              <a:gd name="T7" fmla="*/ 350 h 379"/>
              <a:gd name="T8" fmla="*/ 28 w 1124"/>
              <a:gd name="T9" fmla="*/ 379 h 379"/>
              <a:gd name="T10" fmla="*/ 1080 w 1124"/>
              <a:gd name="T11" fmla="*/ 379 h 379"/>
              <a:gd name="T12" fmla="*/ 1108 w 1124"/>
              <a:gd name="T13" fmla="*/ 352 h 379"/>
              <a:gd name="T14" fmla="*/ 1123 w 1124"/>
              <a:gd name="T15" fmla="*/ 29 h 379"/>
              <a:gd name="T16" fmla="*/ 1096 w 1124"/>
              <a:gd name="T17" fmla="*/ 0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24" h="379">
                <a:moveTo>
                  <a:pt x="1096" y="0"/>
                </a:moveTo>
                <a:cubicBezTo>
                  <a:pt x="44" y="0"/>
                  <a:pt x="44" y="0"/>
                  <a:pt x="44" y="0"/>
                </a:cubicBezTo>
                <a:cubicBezTo>
                  <a:pt x="30" y="0"/>
                  <a:pt x="18" y="11"/>
                  <a:pt x="17" y="26"/>
                </a:cubicBezTo>
                <a:cubicBezTo>
                  <a:pt x="1" y="350"/>
                  <a:pt x="1" y="350"/>
                  <a:pt x="1" y="350"/>
                </a:cubicBezTo>
                <a:cubicBezTo>
                  <a:pt x="0" y="365"/>
                  <a:pt x="13" y="379"/>
                  <a:pt x="28" y="379"/>
                </a:cubicBezTo>
                <a:cubicBezTo>
                  <a:pt x="1080" y="379"/>
                  <a:pt x="1080" y="379"/>
                  <a:pt x="1080" y="379"/>
                </a:cubicBezTo>
                <a:cubicBezTo>
                  <a:pt x="1095" y="379"/>
                  <a:pt x="1107" y="367"/>
                  <a:pt x="1108" y="352"/>
                </a:cubicBezTo>
                <a:cubicBezTo>
                  <a:pt x="1123" y="29"/>
                  <a:pt x="1123" y="29"/>
                  <a:pt x="1123" y="29"/>
                </a:cubicBezTo>
                <a:cubicBezTo>
                  <a:pt x="1124" y="13"/>
                  <a:pt x="1112" y="0"/>
                  <a:pt x="1096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F2C570-C71C-AD88-5B8F-8E0C7A44A3D5}"/>
              </a:ext>
            </a:extLst>
          </p:cNvPr>
          <p:cNvSpPr/>
          <p:nvPr/>
        </p:nvSpPr>
        <p:spPr>
          <a:xfrm>
            <a:off x="8836719" y="3710149"/>
            <a:ext cx="2079361" cy="201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Packs available for all your needs, from 1 day quick meetings  to 1 year for on-site employees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C7746A8-7613-F278-E288-CF4211BC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8940" y="1681919"/>
            <a:ext cx="797395" cy="7973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09123B-C229-AD12-0DFD-A1E98FC6DF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710447" y="1639173"/>
            <a:ext cx="877135" cy="87713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4DED030-54D8-F8EC-9DC1-30E8383D9F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51987" y="1674153"/>
            <a:ext cx="797395" cy="797395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3D4AAA5-6396-AB87-F0E0-5D4E109F4B81}"/>
              </a:ext>
            </a:extLst>
          </p:cNvPr>
          <p:cNvSpPr/>
          <p:nvPr/>
        </p:nvSpPr>
        <p:spPr>
          <a:xfrm>
            <a:off x="2140277" y="2964750"/>
            <a:ext cx="562708" cy="64343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F2A90E8-345F-A587-D073-7DD2067F150F}"/>
              </a:ext>
            </a:extLst>
          </p:cNvPr>
          <p:cNvSpPr/>
          <p:nvPr/>
        </p:nvSpPr>
        <p:spPr>
          <a:xfrm>
            <a:off x="5867661" y="2964750"/>
            <a:ext cx="562708" cy="64343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95927DC-325B-F436-4DF8-9621C6C3428C}"/>
              </a:ext>
            </a:extLst>
          </p:cNvPr>
          <p:cNvSpPr/>
          <p:nvPr/>
        </p:nvSpPr>
        <p:spPr>
          <a:xfrm>
            <a:off x="9595045" y="2964750"/>
            <a:ext cx="562708" cy="6434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2090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19" grpId="0" animBg="1"/>
      <p:bldP spid="20" grpId="0" animBg="1"/>
      <p:bldP spid="21" grpId="0" animBg="1"/>
      <p:bldP spid="22" grpId="0" animBg="1"/>
      <p:bldP spid="5" grpId="0"/>
      <p:bldP spid="23" grpId="0" animBg="1"/>
      <p:bldP spid="24" grpId="0" animBg="1"/>
      <p:bldP spid="25" grpId="0" animBg="1"/>
      <p:bldP spid="26" grpId="0" animBg="1"/>
      <p:bldP spid="6" grpId="0"/>
      <p:bldP spid="15" grpId="0" animBg="1"/>
      <p:bldP spid="16" grpId="0" animBg="1"/>
      <p:bldP spid="17" grpId="0" animBg="1"/>
      <p:bldP spid="18" grpId="0" animBg="1"/>
      <p:bldP spid="7" grpId="0"/>
      <p:bldP spid="56" grpId="0" animBg="1"/>
      <p:bldP spid="57" grpId="0" animBg="1"/>
      <p:bldP spid="5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1D1F-D66B-D841-A5ED-985B6B7C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37BC73B9-9AF5-8F63-CBD9-CFC50DED380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l="30969" r="14617"/>
          <a:stretch/>
        </p:blipFill>
        <p:spPr>
          <a:xfrm>
            <a:off x="7380206" y="0"/>
            <a:ext cx="4813676" cy="685762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7008EE8-6F59-A954-3C18-47439332593F}"/>
              </a:ext>
            </a:extLst>
          </p:cNvPr>
          <p:cNvGrpSpPr/>
          <p:nvPr/>
        </p:nvGrpSpPr>
        <p:grpSpPr>
          <a:xfrm>
            <a:off x="0" y="0"/>
            <a:ext cx="8989871" cy="6858000"/>
            <a:chOff x="0" y="0"/>
            <a:chExt cx="8989871" cy="6858000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4AE48B7-CAA3-B7C5-F305-69518A590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41981" y="0"/>
              <a:ext cx="6647890" cy="6858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8152392-EB2E-48E0-BC40-3141347405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0"/>
              <a:ext cx="6647890" cy="6858000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12EEFBB0-72DE-5365-77A9-51542A71CB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524" y="412725"/>
            <a:ext cx="2599541" cy="8251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6E38-90CA-3B52-5E5E-21E8C7FFE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2CA26-C1CC-4617-876D-621EFCA9C4EB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3F6A3F3E-3EF3-3A6A-D5B2-DF8C26E6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61" y="2962398"/>
            <a:ext cx="6721836" cy="933204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29574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TB Colours With Red">
      <a:dk1>
        <a:srgbClr val="000000"/>
      </a:dk1>
      <a:lt1>
        <a:srgbClr val="FFFFFF"/>
      </a:lt1>
      <a:dk2>
        <a:srgbClr val="374150"/>
      </a:dk2>
      <a:lt2>
        <a:srgbClr val="DCDCDC"/>
      </a:lt2>
      <a:accent1>
        <a:srgbClr val="2C2C2C"/>
      </a:accent1>
      <a:accent2>
        <a:srgbClr val="D30000"/>
      </a:accent2>
      <a:accent3>
        <a:srgbClr val="A5A5A5"/>
      </a:accent3>
      <a:accent4>
        <a:srgbClr val="D30000"/>
      </a:accent4>
      <a:accent5>
        <a:srgbClr val="414141"/>
      </a:accent5>
      <a:accent6>
        <a:srgbClr val="F0F0F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DA428C9BECC24ABC39FDB3B37784C0" ma:contentTypeVersion="12" ma:contentTypeDescription="Create a new document." ma:contentTypeScope="" ma:versionID="8b983a250eae1c4c177e51e756afed25">
  <xsd:schema xmlns:xsd="http://www.w3.org/2001/XMLSchema" xmlns:xs="http://www.w3.org/2001/XMLSchema" xmlns:p="http://schemas.microsoft.com/office/2006/metadata/properties" xmlns:ns3="2a51a8ca-6197-4b56-9e64-00f2d9b56c0a" targetNamespace="http://schemas.microsoft.com/office/2006/metadata/properties" ma:root="true" ma:fieldsID="70af04f3cdffb82e8284bbb962396ca5" ns3:_="">
    <xsd:import namespace="2a51a8ca-6197-4b56-9e64-00f2d9b56c0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1a8ca-6197-4b56-9e64-00f2d9b56c0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51a8ca-6197-4b56-9e64-00f2d9b56c0a" xsi:nil="true"/>
  </documentManagement>
</p:properties>
</file>

<file path=customXml/itemProps1.xml><?xml version="1.0" encoding="utf-8"?>
<ds:datastoreItem xmlns:ds="http://schemas.openxmlformats.org/officeDocument/2006/customXml" ds:itemID="{8499929C-6EA6-4FFD-9208-0086C5E6D9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51a8ca-6197-4b56-9e64-00f2d9b56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888C85-A8B6-413C-9202-70C18D5CEC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E5147-B881-4C15-B69A-9590FA70DDB5}">
  <ds:schemaRefs>
    <ds:schemaRef ds:uri="http://www.w3.org/XML/1998/namespace"/>
    <ds:schemaRef ds:uri="2a51a8ca-6197-4b56-9e64-00f2d9b56c0a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1997</Words>
  <Application>Microsoft Office PowerPoint</Application>
  <PresentationFormat>Widescreen</PresentationFormat>
  <Paragraphs>428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Gadugi</vt:lpstr>
      <vt:lpstr>Wingdings</vt:lpstr>
      <vt:lpstr>1_Office Theme</vt:lpstr>
      <vt:lpstr>Airtel Postpaid for &lt;Customer name&gt;</vt:lpstr>
      <vt:lpstr>Working from home, remotely or</vt:lpstr>
      <vt:lpstr>Why Corporate Postpaid?</vt:lpstr>
      <vt:lpstr>Say hello to Airtel 5G Plus!</vt:lpstr>
      <vt:lpstr>Experience the power of 5G</vt:lpstr>
      <vt:lpstr>Airtel Network Advantage – Widest range of spectrum</vt:lpstr>
      <vt:lpstr>Airtel - The Safe Network </vt:lpstr>
      <vt:lpstr>Airtel advantage with Perplexity Pro AI</vt:lpstr>
      <vt:lpstr>Corporate Postpaid Plans offer unmatched value </vt:lpstr>
      <vt:lpstr>Loads of Data for unmatched experience</vt:lpstr>
      <vt:lpstr>Our plans are affordable</vt:lpstr>
      <vt:lpstr>And exclusive features..</vt:lpstr>
      <vt:lpstr>And exclusive Corporate Benefits</vt:lpstr>
      <vt:lpstr>Superior experience</vt:lpstr>
      <vt:lpstr>Manage your account with ease – Airtel Thanks for Business</vt:lpstr>
      <vt:lpstr>More Data For On-the-Go</vt:lpstr>
      <vt:lpstr>Porting to Airtel Postpaid is now easy</vt:lpstr>
      <vt:lpstr>Facilitated seamless connections</vt:lpstr>
      <vt:lpstr>Resource tracking facility for</vt:lpstr>
      <vt:lpstr>Airtel  International Roaming for your business </vt:lpstr>
      <vt:lpstr>What Do You Get With Airtel International Roaming?</vt:lpstr>
      <vt:lpstr>Complete connectivity for all your needs</vt:lpstr>
      <vt:lpstr>Want To Stay Connected On Personal Trip Abroad?</vt:lpstr>
      <vt:lpstr>Now Stay Connected, Even In the Skies</vt:lpstr>
      <vt:lpstr>Airtel World pass: That’s the smarter choice </vt:lpstr>
      <vt:lpstr>Competition : 60% expensive, Covers 40% of the world</vt:lpstr>
      <vt:lpstr>Takeaways</vt:lpstr>
      <vt:lpstr>Thank you</vt:lpstr>
    </vt:vector>
  </TitlesOfParts>
  <Company>Bharti Airtel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Goyal</dc:creator>
  <cp:lastModifiedBy>Deepali Batra</cp:lastModifiedBy>
  <cp:revision>23</cp:revision>
  <dcterms:created xsi:type="dcterms:W3CDTF">2021-07-14T21:46:34Z</dcterms:created>
  <dcterms:modified xsi:type="dcterms:W3CDTF">2025-07-18T09:46:31Z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0x0101002ADA428C9BECC24ABC39FDB3B37784C0</vt:lpwstr>
  </property>
</Properties>
</file>